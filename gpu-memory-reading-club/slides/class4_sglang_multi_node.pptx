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第四堂課 · SGLang 多機篇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從一台到一群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這一群卡，為什麼有的忙死有的閒死？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　⑥ P/D 互擾　⑦ 多機調度　⑧ 容錯　　（①–④ 單機問題見第三堂）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06908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406908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第三堂在回答「這張卡為什麼閒著」，第四堂在回答「這一群卡為什麼調度不好」。</a:t>
            </a:r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開場我們先不講 SGLang——先問一個更大的問題：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任何分散式系統，理論上都會遇到哪些共同問題？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回顧主幹：SGLang 一路上遇到的八個問題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同一條線，第三堂走完前四個（單機），本堂走後四個（多機）。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38912"/>
          </a:xfrm>
          <a:prstGeom prst="rect">
            <a:avLst/>
          </a:prstGeom>
          <a:solidFill>
            <a:srgbClr val="0E1726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916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16916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 程式難寫又跑不快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15000" y="169164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6916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前端 DSL：把程式描述成執行圖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149840" y="16916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編程模型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185416"/>
            <a:ext cx="10881360" cy="438912"/>
          </a:xfrm>
          <a:prstGeom prst="rect">
            <a:avLst/>
          </a:prstGeom>
          <a:solidFill>
            <a:srgbClr val="0E1726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1854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218541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共享前綴被反覆重算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15000" y="218541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18541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分頁 KV + RadixAttention + continuous batching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49840" y="21854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單機記憶體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679192"/>
            <a:ext cx="10881360" cy="438912"/>
          </a:xfrm>
          <a:prstGeom prst="rect">
            <a:avLst/>
          </a:prstGeom>
          <a:solidFill>
            <a:srgbClr val="0E1726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67919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98448" y="267919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結構化輸出太慢、格式不保證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15000" y="267919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6791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Compressed FSM：預編譯 + 位元遮罩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149840" y="26791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單機生成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172968"/>
            <a:ext cx="10881360" cy="438912"/>
          </a:xfrm>
          <a:prstGeom prst="rect">
            <a:avLst/>
          </a:prstGeom>
          <a:solidFill>
            <a:srgbClr val="0E1726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1729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98448" y="31729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太快，CPU 排程成了瓶頸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15000" y="317296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31729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zero-overhead scheduler / CUDA Graph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149840" y="31729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單機排程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666744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36667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98448" y="366674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 MoE 單機放不下、專家負載不均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15000" y="3666744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366674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大規模 EP + DeepEP / EPLB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149840" y="366674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1605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⑥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98448" y="41605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與 decode 互相干擾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715000" y="416052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35040" y="41605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 分離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149840" y="41605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多卡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654296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46542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⑦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298448" y="465429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多副本：局部性 vs 負載均衡此消彼長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715000" y="465429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465429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cache-aware router + KV 複製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149840" y="465429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多機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5148072"/>
            <a:ext cx="10881360" cy="438912"/>
          </a:xfrm>
          <a:prstGeom prst="rect">
            <a:avLst/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514807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⑧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298448" y="514807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副本掛掉，請求與 KV 怎麼辦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715000" y="51480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35040" y="514807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容錯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0149840" y="51480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多機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" y="3639312"/>
            <a:ext cx="1088136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7" name="Text 55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線以下這四個，全都來自同一件事：不只一台。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先問：任何分散式系統都會遇到哪些共同問題？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先別想 GPU。這是分散式系統教科書的標準分類——請聽眾自己列，通常會列出下面這八類。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928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7647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時間與順序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93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沒有全局時鐘；用 Lamport / Vector clock 近似因果順序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89280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17647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一致性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2093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多副本讀到最新值？CAP、強一致 vs 最終一致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40080" y="2624328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8254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825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2697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0266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部分失效、拜占庭錯誤、故障偵測（只能做到「疑似故障」）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172200" y="2624328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8254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825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2697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0266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有故障與延遲時如何對某個值達成一致；Paxos / Raft、FLP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40080" y="3557016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75818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3630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通訊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39593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訊息丟失、延遲、重複、亂序；網路分區；分不清「慢」與「掛」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172200" y="3557016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375818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58000" y="36301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並發與競態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39593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多節點操作共享資源；分散式鎖、2PC / 3PC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40080" y="4489704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" y="46908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25880" y="45628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可擴展性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2588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協調開銷非線性成長；負載均衡、分片（sharding）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172200" y="4489704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46908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858000" y="45628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可觀測性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5800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狀態分散各處，沒有單一全局視角 → 除錯／監控／追蹤變難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下一頁：一格一格對照到 GPU 推論叢集。重點不是把不適用的劃掉，而是看清楚共同性。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用分散式系統的問題清單當影子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對照：在 GPU 推論叢集裡，這八類長什麼樣？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8288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3444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經典問題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69494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234440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 GPU 推論叢集裡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418320" y="1234440"/>
            <a:ext cx="210312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91472" y="12344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判定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618488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1848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 時間與順序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1618488"/>
            <a:ext cx="6949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618488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不需要邏輯時鐘（通訊模式是 SPMD 事先規劃的）；但變形成 barrier 同步與 pipeline bubble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18320" y="1618488"/>
            <a:ext cx="21031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161848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變形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002536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00253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 一致性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68880" y="2002536"/>
            <a:ext cx="6949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2002536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沒有多副本各自更新再收斂；但 router 對「每台機器快取裡有什麼」只有近似且過時的視圖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18320" y="2002536"/>
            <a:ext cx="21031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91472" y="200253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大部分規避 · 有影子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386584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38658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 容錯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68880" y="2386584"/>
            <a:ext cx="6949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386584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拜占庭不用（受信任封閉環境）；但部分失效被放大——一張卡掉，整個 TP group 廢掉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18320" y="2386584"/>
            <a:ext cx="21031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91472" y="238658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簡化 · 但仍是核心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2770632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77063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共識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68880" y="2770632"/>
            <a:ext cx="6949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2770632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計算路徑上不需要投票／選主；集合通訊是確定性的、框架事先規劃好的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18320" y="2770632"/>
            <a:ext cx="21031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91472" y="2770632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規避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3154680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15468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通訊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68880" y="3154680"/>
            <a:ext cx="6949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3154680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可靠性由 RDMA / NCCL 保證；問題換了一根軸——變成頻寬、延遲、拓撲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418320" y="3154680"/>
            <a:ext cx="21031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91472" y="315468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換軸：可靠性→效率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3538728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35387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 並發與競態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468880" y="3538728"/>
            <a:ext cx="6949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538728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沒有衝突寫入 → 不需要鎖／事務；但 PD 分離的 KV 所有權轉移是最小形式的影子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418320" y="3538728"/>
            <a:ext cx="21031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91472" y="3538728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大部分規避 · 有影子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" y="3922776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392277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可擴展性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468880" y="3922776"/>
            <a:ext cx="69494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3922776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all-to-all 隨 EP 規模成長、局部性 vs 均衡、專家負載不均＝資料傾斜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418320" y="3922776"/>
            <a:ext cx="210312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91472" y="3922776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放大 → 核心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" y="4306824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430682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可觀測性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468880" y="4306824"/>
            <a:ext cx="69494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2032" y="4306824"/>
            <a:ext cx="6803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掉卡／慢節點偵測、各機命中率與 KV 佔用；router 要全局視角卻只有近似的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418320" y="4306824"/>
            <a:ext cx="210312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91472" y="4306824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存在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1" name="Text 59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沒有一格是「不用管」——它們只是換了形態。橘/紅＝仍然要處理，灰＝真的規避掉了。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用分散式系統的問題清單當影子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共同的底層結構：三個物理事實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所有分散式系統的問題，往下挖都來自這三件事——GPU 叢集一件都逃不掉。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783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沒有共享記憶體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資訊必須靠傳遞，傳遞需要時間 → 任何「全局視角」都是過時的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325112" y="16459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783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7185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56632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部分失效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07992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系統的一部分可以壞掉，其他部分不知道，也分不清「壞了」還是「慢了」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10144" y="16459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93024" y="1783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741664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協調需要通訊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93024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協調越多，通訊越多，擴展性越差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40080" y="3337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那 GPU 叢集為什麼能「規避」拜占庭、共識、CAP？因為它主動放棄了兩樣東西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10881360" cy="484632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749040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放棄「互不信任」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3749040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封閉、受信任、同構的環境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55280" y="3749040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拜占庭容錯不用做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10881360" cy="484632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297680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放棄「執行期協商」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4297680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通訊模式由 SPMD 程式事先規劃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0" y="4297680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共識協定不用做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846320"/>
            <a:ext cx="10881360" cy="484632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846320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（訓練）放棄「持續可用」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4846320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fail-stop + checkpoint 重啟即可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55280" y="4846320"/>
            <a:ext cx="3383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CAP 取捨不存在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代價是：全部的複雜度被壓到「效率」這一根軸上。經典分散式系統問「怎麼保證正確」，GPU 叢集問「怎麼不浪費」。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用分散式系統的問題清單當影子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關鍵轉折：推論服務比訓練更像分散式系統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上一頁第三個「放棄」，在推論這邊收不回來——這正是第二堂與本堂的分水嶺。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1945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459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645920"/>
            <a:ext cx="41148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1645920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訓練（第二堂）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645920"/>
            <a:ext cx="45720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1645920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推論服務（本堂）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029968"/>
            <a:ext cx="21945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299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性質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34640" y="2029968"/>
            <a:ext cx="4114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2029968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batch job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9440" y="2029968"/>
            <a:ext cx="45720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202996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長期在線服務，有 SLO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2414016"/>
            <a:ext cx="21945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41401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掛一台怎麼辦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34640" y="2414016"/>
            <a:ext cx="4114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7792" y="2414016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整個 job 停下、從 checkpoint 重啟即可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0" y="2414016"/>
            <a:ext cx="45720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2414016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不能停整個服務 → 可用性重新變成真問題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2798064"/>
            <a:ext cx="21945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279806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有狀態散在各機嗎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834640" y="2798064"/>
            <a:ext cx="4114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07792" y="2798064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參數每步同步，沒有分歧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949440" y="2798064"/>
            <a:ext cx="45720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2798064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有：KV cache 散在各副本，router 只有近似視圖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3182112"/>
            <a:ext cx="21945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318211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負載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834640" y="3182112"/>
            <a:ext cx="4114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07792" y="3182112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事先決定、均勻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949440" y="3182112"/>
            <a:ext cx="45720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3182112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執行期才知道、長度差異巨大、有熱點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384048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96112" y="39502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所以「可用性」與「快取視圖不一致」這兩件在訓練場景可以忽略的事，在推論服務裡部分回來了。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96112" y="4389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這正好解釋了為什麼第二堂（訓練式多卡）不需要 router 與容錯策略，而本堂需要。也解釋了為什麼推論服務的工程，長得比訓練更像後端系統——只是名詞不同。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有了這張地圖，後面四個問題就不是零散的技術點，而是可以掛回去的老問題。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A · 用分散式系統的問題清單當影子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問題⑤：大 MoE 單機放不下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⑤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MoE 在單卡上不省容量——所有專家都得待在 HBM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「每 token 只活躍一小部分專家」省的是每 token 的 FLOPs 與權重讀取，不是容量。DeepSeek-V3 的 671B 權重，一顆 HBM 根本裝不下。要連容量也省，只有一條路：把專家散到多張卡。（掛回經典問題 7：可擴展性 + 分片）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單卡放整份 MoE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0120" y="4187952"/>
            <a:ext cx="493776" cy="365760"/>
          </a:xfrm>
          <a:prstGeom prst="rect">
            <a:avLst/>
          </a:prstGeom>
          <a:solidFill>
            <a:srgbClr val="F59E0B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7048" y="4187952"/>
            <a:ext cx="493776" cy="365760"/>
          </a:xfrm>
          <a:prstGeom prst="rect">
            <a:avLst/>
          </a:prstGeom>
          <a:solidFill>
            <a:srgbClr val="F59E0B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93976" y="4187952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60904" y="4187952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27832" y="4187952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94760" y="4187952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61688" y="4187952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28616" y="4187952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4626864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27048" y="4626864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93976" y="4626864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60904" y="4626864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27832" y="4626864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94760" y="4626864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61688" y="4626864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28616" y="4626864"/>
            <a:ext cx="493776" cy="365760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活躍 2 / 16，但 16 個都佔 HBM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0" y="37033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62940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EP：專家散到多卡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629400" y="416052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1C2E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4187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 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711696" y="4443984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87184" y="4443984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11696" y="4681728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87184" y="4681728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36408" y="416052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1C2E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6408" y="4187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 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918704" y="4443984"/>
            <a:ext cx="411480" cy="182880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94192" y="4443984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918704" y="4681728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94192" y="4681728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043416" y="416052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1C2E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43416" y="4187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 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125712" y="4443984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4443984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25712" y="4681728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01200" y="4681728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250424" y="416052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1C2E4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50424" y="4187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 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0332720" y="4443984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808208" y="4443984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332720" y="4681728"/>
            <a:ext cx="411480" cy="182880"/>
          </a:xfrm>
          <a:prstGeom prst="rect">
            <a:avLst/>
          </a:prstGeom>
          <a:solidFill>
            <a:srgbClr val="F59E0B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808208" y="4681728"/>
            <a:ext cx="411480" cy="182880"/>
          </a:xfrm>
          <a:prstGeom prst="rect">
            <a:avLst/>
          </a:prstGeom>
          <a:solidFill>
            <a:srgbClr val="16233A"/>
          </a:solidFill>
          <a:ln w="7620">
            <a:solidFill>
              <a:srgbClr val="2A3D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29400" y="5074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每卡只放 4 個 → 每卡讀的位元組數變少 → decode 步時下降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問題⑤ 大 MoE → 大規模專家平行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EP 的代價：通訊變主角，而且負載會傾斜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代價①：每層兩次 all-to-all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17830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 送去對應專家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731520" cy="0"/>
          </a:xfrm>
          <a:prstGeom prst="line">
            <a:avLst/>
          </a:prstGeom>
          <a:noFill/>
          <a:ln w="3175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60520" y="17830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各卡算自己的專家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2057400"/>
            <a:ext cx="731520" cy="0"/>
          </a:xfrm>
          <a:prstGeom prst="line">
            <a:avLst/>
          </a:prstGeom>
          <a:noFill/>
          <a:ln w="3175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17830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62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算完送回原卡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8408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回到第二堂的頻寬階梯：EP 通常必須綁在 NVLink 域內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65176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代價②：專家負載不均 ＝ 經典的資料傾斜（data skew）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97280" y="3137306"/>
            <a:ext cx="960120" cy="53858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6941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95728" y="3505810"/>
            <a:ext cx="960120" cy="17007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2395728" y="36941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94176" y="3562502"/>
            <a:ext cx="960120" cy="11338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3694176" y="36941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92624" y="3364078"/>
            <a:ext cx="960120" cy="31181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4992624" y="36941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91072" y="3534156"/>
            <a:ext cx="960120" cy="1417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6291072" y="36941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589520" y="3193999"/>
            <a:ext cx="960120" cy="481889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36941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887968" y="3590849"/>
            <a:ext cx="960120" cy="85039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8887968" y="36941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186416" y="3477463"/>
            <a:ext cx="960120" cy="19842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10186416" y="36941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96112" y="391363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熱門專家所在的卡塞爆、其他卡閒著 → 整體被最慢那張卡拖住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389120"/>
            <a:ext cx="10881360" cy="347472"/>
          </a:xfrm>
          <a:prstGeom prst="rect">
            <a:avLst/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389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推論期解法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926080" y="4389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EPLB（Expert Parallelism Load Balancer）：熱門專家做副本、重排到不同卡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773168"/>
            <a:ext cx="10881360" cy="347472"/>
          </a:xfrm>
          <a:prstGeom prst="rect">
            <a:avLst/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773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訓練期解法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92608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 的無輔助損失偏置調整：動態調路由 bias 維持均衡，不干擾主目標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5157216"/>
            <a:ext cx="10881360" cy="347472"/>
          </a:xfrm>
          <a:prstGeom prst="rect">
            <a:avLst/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1572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配套 kernel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926080" y="51572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DeepEP（all-to-all 通訊庫）、DeepGEMM（FP8 GEMM）、FlashMLA —— DeepSeek 開源、SGLang 整合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46" name="Text 44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資料傾斜是分散式資料庫的老問題（分片熱點）——只是這裡的「分片鍵」是 router 選的專家。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問題⑤ 大 MoE → 大規模專家平行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落地數字：大規模 EP 到底值不值得？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9260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25880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1325880"/>
            <a:ext cx="20116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32588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77840" y="1325880"/>
            <a:ext cx="329184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32588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數字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69680" y="1325880"/>
            <a:ext cx="26517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42832" y="132588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備註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1709928"/>
            <a:ext cx="29260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709928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 官方 V3/R1 推論系統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1709928"/>
            <a:ext cx="20116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17099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H800 節點（8 卡）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1709928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170992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73.7k in / 14.8k out tok/s 每節點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0" y="1709928"/>
            <a:ext cx="26517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170992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EP32、decode EP144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093976"/>
            <a:ext cx="29260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093976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同上 · 成本（自陳理論值）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2093976"/>
            <a:ext cx="20116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209397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$2/GPU·hr 假設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2093976"/>
            <a:ext cx="3291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09397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日成本 $87,072 → 日營收 $562,027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0" y="2093976"/>
            <a:ext cx="26517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42832" y="209397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理論成本利潤率 545%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2478024"/>
            <a:ext cx="29260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2478024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開源復現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2478024"/>
            <a:ext cx="20116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9312" y="247802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96× H100（12 節點）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2478024"/>
            <a:ext cx="329184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47802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52.3k in / 22.3k out tok/s 每節點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869680" y="2478024"/>
            <a:ext cx="26517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42832" y="2478024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相對同資源純 TP，輸出吞吐最高 5×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2862072"/>
            <a:ext cx="29260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2862072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on GB200 NVL72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66160" y="2862072"/>
            <a:ext cx="20116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286207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GB200 NVL72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77840" y="2862072"/>
            <a:ext cx="329184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50992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26,156 in / 13,386 out tok/s 每 GPU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69680" y="2862072"/>
            <a:ext cx="26517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42832" y="286207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FP8 attn + NVFP4 MoE；vs H100 prefill 3.8× / decode 4.8×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352044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96112" y="36210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讀這張表的重點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96112" y="4005072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「大規模 EP + PD 分離」相對「naive TP 部署」是數倍差距——同一份權重、同一批卡。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第三列尤其重要：那是開源社群在沒有 DeepSeek 內部程式碼的情況下，用 SGLang 復現到接近官方數字。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⚠️ 各家自報的最佳配置數字，工作負載（輸入/輸出長度比）不同結果差很多——當量級參考，不是保證。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問題⑤ 大 MoE → 大規模專家平行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問題⑥：prefill 與 decode 的最佳配置根本不同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⑥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第三堂的 chunked prefill 只是緩解，沒有根治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把長 prompt 切塊混批，確實讓 decode 不斷流。但兩者的硬體需求本質不同：prefill 要 FLOPs、decode 要頻寬與 KV 容量——擠在同一台機器上，只能取一個折衷點，兩邊都不是最佳。（掛回經典問題 5：通訊效率）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4937760" cy="1691640"/>
          </a:xfrm>
          <a:prstGeom prst="roundRect">
            <a:avLst>
              <a:gd name="adj" fmla="val 5405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3794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群 · compute-bound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最佳化目標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743200" y="4160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FLOPs 利用率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8680" y="4544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平行策略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43200" y="4544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 TP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68680" y="4928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批次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743200" y="49286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小批、追 TTFT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583680" y="3703320"/>
            <a:ext cx="4937760" cy="1691640"/>
          </a:xfrm>
          <a:prstGeom prst="roundRect">
            <a:avLst>
              <a:gd name="adj" fmla="val 5405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12280" y="3794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群 · memory-bound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12280" y="4160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最佳化目標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686800" y="4160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頻寬 + KV 容量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12280" y="4544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平行策略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686800" y="4544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 EP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12280" y="4928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批次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686800" y="49286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大批、追吞吐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0" y="4526280"/>
            <a:ext cx="960120" cy="0"/>
          </a:xfrm>
          <a:prstGeom prst="line">
            <a:avLst/>
          </a:prstGeom>
          <a:noFill/>
          <a:ln w="317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303520" y="4160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傳 KV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問題⑥ P/D 互擾 → PD 分離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 分離：好處、代價，與一個舊問題的影子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353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好處①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3533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兩邊各自開到最佳操作點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86000" y="17373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群調 TP 追 TTFT、decode 群調 EP 追吞吐，不用再折衷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4048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好處②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240487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可以分開擴縮容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286000" y="2788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與 decode 的負載比例會隨流量型態變動（長 prompt 多還是長輸出多）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456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34564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多一次 KV 跨機傳輸 + 一層調度複雜度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286000" y="38404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實作：vLLM 的 KV connector 抽象（接 LMCache + NVIDIA NIXL）、SGLang 的 PD 分離、NVIDIA Dynamo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599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🔍 舊問題的影子：KV 的「所有權轉移」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49194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機算完把 KV 交給 decode 機——中途誰負責釋放？decode 機還沒接手就掛了怎麼辦？這是經典問題 6（並發／事務）在這個領域的最小形式。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接第二堂：KV 要跨機器搬，走 NVLink 域內還是 IB/Spectrum-X，直接決定 PD 分離划不划算。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問題⑥ P/D 互擾 → PD 分離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問題⑦：多副本各有自己的 radix tree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⑦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請求該送給誰？兩個目標互相打架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每台機器維護獨立的 radix tree，彼此的 KV cache 不共享。想提高命中率就要把相關請求集中在同一台；想均衡負載就要把請求打散。（掛回經典問題 7 可擴展性 + 2 一致性 + 8 可觀測性）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Round Robin（輪詢）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1330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完全不看內容 → 本該共享前綴、集中在同一台處理的請求被打散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68680" y="4800600"/>
            <a:ext cx="4846320" cy="457200"/>
          </a:xfrm>
          <a:prstGeom prst="roundRect">
            <a:avLst>
              <a:gd name="adj" fmla="val 50000"/>
            </a:avLst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命中率崩潰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0" y="370332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62940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內容感知路由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29400" y="41330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同一份文件的請求固定送同一台 → 該機器負載暴漲、其他機器閒置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629400" y="48006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4A34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4800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熱點（hot spot）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問題⑦ 多機調度 → cache-aware router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解法⑦：cache-aware load balancing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Router 同時看兩件事，並在必要時主動複製快取——這是本堂的核心機制。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373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看①：前綴命中程度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0848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把請求送去「已經有這段前綴」的機器（router 自己維護一份近似的 radix tree 視圖）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737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看②：該機負載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0848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佇列積壓、KV 池佔用、正在跑的序列數——超過閾值就不能再往那台塞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兩者衝突時：把高價值的快取複製出去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36576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當某台負載超過閾值、且它上面有「被大量複用」的前綴時，主動把該段 KV 複製（replicate）到空閒機器 → 新請求可以分流，命中率不掉。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572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⚠️ 這裡藏著經典問題 2（一致性）：router 不可能即時知道每台的確切快取狀態，它手上永遠是一份「近似且過時」的視圖——決策品質的上限由此決定。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業界對應：SGLang Router、Mooncake（Kimi）、vLLM 的 LMCache/NIXL、NVIDIA Dynamo 的 KV-aware routing。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問題⑦ 多機調度 → cache-aware router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壓軸推導：該搬，還是該重算？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複製 KV 不是免費的。這一頁把第二堂（頻寬階梯）、第三堂（KV 每 token 多少 bytes）與本堂的路由決策串成一條線。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6459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搬的成本 ＝ KV 大小 ÷ 互連頻寬　　vs　　重算的成本 ＝ 該段前綴的 prefill 時間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 Llama-3-8B（128 KB/token）估算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201168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2608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前綴長度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926080"/>
            <a:ext cx="182880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292608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大小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926080"/>
            <a:ext cx="26517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92608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走 NVLink（~900 GB/s）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2926080"/>
            <a:ext cx="21945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5472" y="29260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走 IB（~50 GB/s）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0" y="2926080"/>
            <a:ext cx="2194560" cy="384048"/>
          </a:xfrm>
          <a:prstGeom prst="rect">
            <a:avLst/>
          </a:prstGeom>
          <a:solidFill>
            <a:srgbClr val="1C2E4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29260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重新 prefill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201168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3101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2,000 token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51760" y="3310128"/>
            <a:ext cx="182880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331012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256 MB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3310128"/>
            <a:ext cx="26517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331012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~0.3 ms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0" y="3310128"/>
            <a:ext cx="21945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33101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~5 ms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326880" y="3310128"/>
            <a:ext cx="2194560" cy="384048"/>
          </a:xfrm>
          <a:prstGeom prst="rect">
            <a:avLst/>
          </a:prstGeom>
          <a:solidFill>
            <a:srgbClr val="0E1726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00032" y="33101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數十 ms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3694176"/>
            <a:ext cx="201168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694176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32,000 token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651760" y="3694176"/>
            <a:ext cx="182880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369417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GB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80560" y="3694176"/>
            <a:ext cx="26517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369417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~4.5 ms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132320" y="3694176"/>
            <a:ext cx="21945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369417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~80 ms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326880" y="3694176"/>
            <a:ext cx="2194560" cy="384048"/>
          </a:xfrm>
          <a:prstGeom prst="rect">
            <a:avLst/>
          </a:prstGeom>
          <a:solidFill>
            <a:srgbClr val="16233A"/>
          </a:solidFill>
          <a:ln w="10160">
            <a:solidFill>
              <a:srgbClr val="2A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00032" y="369417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數百 ms ~ 秒級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2519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96112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三條決策原則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96112" y="46451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NVLink 域內幾乎永遠該搬　　② 跨節點走乙太要算清楚，短前綴常常不如重算　　③ 前綴越長越該搬——因為重算是 O(n²)、搬是 O(n)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數字為量級估算（未計協定開銷與 prefill 的實際 FLOPs 曲線），用來建立決策直覺，不是設定閾值的依據。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問題⑦ 多機調度 → cache-aware router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問題⑧：副本掛掉，請求與 KV 怎麼辦？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程式難平行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0710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710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前綴重算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 輸出不可控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1164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1164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④ CPU 成瓶頸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3902" y="1207008"/>
            <a:ext cx="0" cy="54864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08192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⑤ 大 MoE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5220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5220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⑥ P/D 互擾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42248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⑦ 多機調度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9276" y="128016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9276" y="128016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⑧ 容錯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第三堂（單機）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本堂（多機）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4871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B7185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⑧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部分失效——分散式系統最本質的特徵，在這裡被放大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83080" y="276148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一張卡掉，整個 TP group 就廢了（TP 內部沒有容錯）。而且分不清「掛了」還是「慢了」——straggler 與 dead node 在監控上長得很像。（掛回經典問題 3：部分失效 + 故障偵測）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6112" y="3794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🔑 鑰匙：KV cache 是「可重算的快取」，不是「不可回復的狀態」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4206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KV 完全由 prompt token 決定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126480" y="42062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掉了可以重算，只是慢，不會錯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960120" y="45902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所以預設策略是「重送 + 重新 prefill」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6126480" y="45902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而不是「想辦法把 KV 救回來」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960120" y="4974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推論：KV 複製的動機不是可靠性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6126480" y="497433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而是省算力——問題⑦ 與 ⑧ 用同一套機制，動機完全不同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問題⑧ 容錯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容錯：四個還沒有標準答案的問題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這一頁誠實標示邊界——各家公開資訊都不多，適合當現場開放討論。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470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718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70078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串流到一半的請求怎麼重試？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4825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使用者已經看到半句話了。重頭來過（畫面閃一下）還是接續（要把已輸出的 token 當 prompt 重新 prefill）？後者較好但成本更高。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633472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834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68833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 分離下 decode 機掛掉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0358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已完成、KV 已傳過去、算力已經花了——這是最貴的失敗模式。KV 要不要在 prefill 端留一份？留多久？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40080" y="362102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82219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67588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「掛了」與「慢了」怎麼分？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023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健康檢查逾時設太短 → 誤判把好機器踢掉；設太長 → 請求卡死。這是經典的故障偵測難題，只能做到「疑似故障」。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40080" y="460857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80974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466344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TP group 內部沒有容錯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0109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一張卡掉，整組廢掉。副本粒度越大（TP=8），單點故障的爆炸半徑越大——這會反過來影響你怎麼切模型。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40080" y="5504688"/>
            <a:ext cx="82296" cy="5669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48640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4 點值得記：容錯需求會回頭改變你的平行策略——TP 切得越大，爆炸半徑越大。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問題⑧ 容錯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回頭看：三個換了名字的老問題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本堂的問題，其實都能在分散式系統的老領域裡找到同一個結構。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01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專家負載不均（⑤）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0" y="18013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其實是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2080" y="18013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資料傾斜（data skew）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老領域裡的同一個問題：分散式資料庫的分片熱點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局部性 vs 負載均衡（⑦）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297680" y="2971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其實是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0" y="2971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locality vs balance 的取捨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34107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老領域裡的同一個問題：CDN 邊緣快取放置、一致性雜湊、分散式快取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0080" y="4032504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142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該搬還是該重算（⑦）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97680" y="41422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其實是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0" y="41422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快取失效成本 vs 重建成本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4400" y="45811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老領域裡的同一個問題：任何多層快取系統的核心決策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" y="5257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所以：如果你做過分散式資料庫或 CDN，這一堂大部分內容你們已經會了——只是名詞換了。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橫向比較：四家的架構取向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不比功能勾選表（大家都在快速補齊），比「把哪一件事當成一等公民」。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7560" y="170078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把「大規模 EP + PD 分離」做成開源實作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066544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首個在 96×H100 上復現 DeepSeek 級部署的開源方案；自帶 cache-aware router，把路由當成引擎的一部分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40080" y="2633472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6883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vLLM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68833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KV 傳輸抽象成 connector，其餘交給生態系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05409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connector + LMCache / NIXL；多副本路由由 production-stack / llm-d / NVIDIA Dynamo 承擔——分工而非全包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0080" y="362102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Mooncake（Kimi）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36758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KV cache pool 提升為一等公民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04164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KVCache-centric 架構：全域 KV 池（DRAM/SSD 分層），調度圍繞「KV 在哪」而不是「機器在哪」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40080" y="460857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DeepSeek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37560" y="46634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模型與推論系統 co-design，零件全開源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02920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自家 EP32/EP144 推論系統 + FlashMLA / DeepEP / DeepGEMM / EPLB —— 讓別人跑得動自己的架構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⚠️ 容錯這一欄四家公開資訊都不多，本表刻意留白——見第 15 頁的四個開放問題。生態演進很快，開講前請對一次官方文件。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這一堂在全系列的位置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16233A"/>
          </a:solidFill>
          <a:ln w="12700">
            <a:solidFill>
              <a:srgbClr val="5C72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6304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第一堂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46304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硬體本身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1463040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roofline、記憶體階層、GPU 單元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249424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16233A"/>
          </a:solidFill>
          <a:ln w="12700">
            <a:solidFill>
              <a:srgbClr val="5C72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4942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249424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一張卡 → 多張卡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2249424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DP/TP/PP/EP 與 NVIDIA 互連（訓練式的 bulk-synchronous）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035808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1623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3580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第三堂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31720" y="3035808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單機篇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0" y="3035808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 ①–④：把一台機器的 GPU 餵飽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1C2E4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221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第四堂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3822192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SGLang 多機篇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3822192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 ⑤–⑧：一群機器怎麼調度、怎麼不掛　← 本堂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608576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16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60857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第五堂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31720" y="4608576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中國開源模型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12080" y="4608576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模型從裡面改：五個旋鈕（壓 KV／少算／少看／一次多產／降精度）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6233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96112" y="54864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三、四堂共用一條主幹（SGLang 的八個問題）；第五堂是另一個軸——框架從外面調 vs 模型從裡面改。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收尾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8312" y="274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讀書會 · 第四堂課 · SGLang 多機篇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A78BF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帶走三句話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叢集是「簡化過的」分散式系統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16712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它放棄了互不信任（→ 拜占庭免了）、放棄了執行期協商（→ 共識免了），代價是把全部複雜度壓到「效率」這一根軸上。經典系統問「怎麼保證正確」，它問「怎麼不浪費」。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但推論服務把第三個放棄收回來了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4930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它是長期在線、有 SLO、狀態（KV）散在各機的服務——所以可用性、快取視圖不一致、故障偵測這些在訓練場景可忽略的事，全部回來了。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多機的核心矛盾是局部性 vs 均衡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8188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集中提高命中率但製造熱點，打散均衡負載但命中率崩潰。cache-aware router 是折衷，KV 複製是緩解，而「該搬還是該重算」由 KV 大小 ÷ 互連頻寬 vs prefill 時間決定。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下一堂：模型端怎麼從裡面改——中國開源模型的五個旋鈕。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第四堂課 · SGLang 多機篇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2026-08-17T07:27:22Z</dcterms:created>
  <dcterms:modified xsi:type="dcterms:W3CDTF">2026-08-17T07:27:22Z</dcterms:modified>
</cp:coreProperties>
</file>