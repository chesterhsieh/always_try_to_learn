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tokens/s（示意）</c:v>
                </c:pt>
              </c:strCache>
            </c:strRef>
          </c:tx>
          <c:spPr>
            <a:solidFill>
              <a:srgbClr val="38BDF8"/>
            </a:solidFill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8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  <c:pt idx="6">
                    <c:v>512</c:v>
                  </c:pt>
                  <c:pt idx="7">
                    <c:v>1024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25</c:v>
                </c:pt>
                <c:pt idx="2">
                  <c:v>100</c:v>
                </c:pt>
                <c:pt idx="3">
                  <c:v>200</c:v>
                </c:pt>
                <c:pt idx="4">
                  <c:v>400</c:v>
                </c:pt>
                <c:pt idx="5">
                  <c:v>800</c:v>
                </c:pt>
                <c:pt idx="6">
                  <c:v>930</c:v>
                </c:pt>
                <c:pt idx="7">
                  <c:v>930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FA6C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FA6C4"/>
                    </a:solidFill>
                    <a:latin typeface="Arial"/>
                  </a:rPr>
                  <a:t>batch size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6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D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FA6C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FA6C4"/>
                    </a:solidFill>
                    <a:latin typeface="Arial"/>
                  </a:rPr>
                  <a:t>tokens/s（千）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33A"/>
        </a:solidFill>
        <a:ln>
          <a:noFill/>
        </a:ln>
        <a:effectLst/>
      </c:spPr>
    </c:plotArea>
    <c:plotVisOnly val="1"/>
    <c:dispBlanksAs val="span"/>
  </c:chart>
  <c:spPr>
    <a:solidFill>
      <a:srgbClr val="1623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8485632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8741664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9253728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9765792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0021824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277856" y="178308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8275320" y="2971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3063240"/>
            <a:ext cx="2926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50808" y="2971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8933688" y="3063240"/>
            <a:ext cx="2926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26296" y="2971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9409176" y="3063240"/>
            <a:ext cx="2926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01784" y="2971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9884664" y="3063240"/>
            <a:ext cx="2926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77272" y="2971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60152" y="3063240"/>
            <a:ext cx="2926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652760" y="2971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 ·  S3 / 共 4 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22402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</a:t>
            </a:r>
            <a:endParaRPr lang="en-US" sz="4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的瓶頸差異（以 ASR 為例）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同一個模型，訓練吃算力、推論吃頻寬——為什麼？用 S1 那把尺量給你看。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承接 S1：compute-bound vs memory-bound · 算術強度（AI = FLOPs / Byte）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先把 S1 那把尺帶回來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463040" y="2468880"/>
            <a:ext cx="0" cy="182880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4297680"/>
            <a:ext cx="3291840" cy="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63040" y="2468880"/>
            <a:ext cx="1810512" cy="182880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73552" y="2468880"/>
            <a:ext cx="148132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AI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頻寬上限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算力上限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8288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828800"/>
            <a:ext cx="10972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011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高 → compute-bound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2468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瓶頸是峰值算力。加大 batch 也快不了。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38328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3383280"/>
            <a:ext cx="109728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566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低 → memory-bound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瓶頸是記憶體頻寬。加大 batch 吞吐會上升。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本場就用這把尺，量「訓練」與「推論」分別落在 roofline 哪一區。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Training：吃算力，但更怕「裝不下」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為什麼通常 compute-bound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batch → 大 GEMM → AI 高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forward / backward 都是大矩陣乘法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算力利用率高、餵得飽 tensor core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但記憶體同時要放下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29400" y="2688336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2615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 weights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29400" y="3236976"/>
            <a:ext cx="201168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3163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啟動值 activations（留著等 backward）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3785616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3712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梯度 gradients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9400" y="4334256"/>
            <a:ext cx="201168" cy="20116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優化器狀態（Adam ≈ 2× 參數，fp32）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訓練的痛點常是「裝不下」(容量)，不是「餵不飽」(頻寬)——所以才有梯度檢查點、ZeRO、offload。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Inference 兩階段：prefill vs decode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時間軸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9260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prefill（一次吃整段 prompt）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880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decode（一次一 token，逐步生成）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— compute-bound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整段 prompt 一起算 → 大 GEMM、AI 高，像訓練的 forward。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09360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— memory-bound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2940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一次一 token、batch 小 → GEMV、AI≈1。今天聚焦這裡。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 decode 是 memory-bound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每產生 1 個 token，就要把「整份權重」從 HBM 讀一遍。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4564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5537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7B 模型 fp16 權重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3200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61688" y="34564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361688" y="42245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ms / token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8848" y="45537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GB ÷ 3.35 TB/s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3200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83296" y="34564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~240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083296" y="42245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tokens/s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0456" y="45537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batch=1 的延遲上限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這就是 S1 開場「&lt;5% 算力利用率」的根源：時間都花在搬權重，tensor core 在閒置。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cache：省了重算，換來頻寬與容量壓力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是什麼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快取過去 token 的 Key / Value，讓每一步不必對整段序列重算 attention——是讓 decode 還能用的關鍵優化。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隨序列長度線性增長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每步都要讀它 → 頻寬壓力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要存住它 → 容量壓力（限制 batch 與 context 長度）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251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KV 大小  </a:t>
            </a:r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2 × layers × heads × head_dim × seq_len × batch × dtype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越長，decode 每步要讀的越多 → 越往 memory-bound 走（也是長 context 變慢的主因）。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的魔法：throughput vs latency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為什麼加大 batch 有用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batch=1：讀一次權重只服務一個請求 → 浪費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batch=N：同一次權重讀取服務 N 個請求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吞吐近乎線性升、單步延遲幾乎不變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直到變 compute-bound 或 KV cache 裝不下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0" y="182880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吞吐升、但「單一請求的延遲」沒變快——這就是 demo run.py 會跑給你看的曲線。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換個例子：為什麼拿 ASR 來講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46304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7744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560320"/>
            <a:ext cx="146304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194560"/>
            <a:ext cx="14630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2468880"/>
            <a:ext cx="146304" cy="548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2103120"/>
            <a:ext cx="146304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2560320"/>
            <a:ext cx="146304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2286000"/>
            <a:ext cx="14630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2606040"/>
            <a:ext cx="146304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377440"/>
            <a:ext cx="14630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2514600"/>
            <a:ext cx="146304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2240280"/>
            <a:ext cx="14630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語音 (audio)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560320"/>
            <a:ext cx="1005840" cy="0"/>
          </a:xfrm>
          <a:prstGeom prst="line">
            <a:avLst/>
          </a:prstGeom>
          <a:noFill/>
          <a:ln w="25400">
            <a:solidFill>
              <a:srgbClr val="EAF1F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224028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「今天天氣很好」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 (text)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42062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同一個任務、兩種架構、推論速度差很多 → 最適合示範「不是 FLOPs 決定速度」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7091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Whisper（attention encoder–decoder）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vs  wav2vec2 / Conformer + CTC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ASR 架構一：Whisper（attention 解碼）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Encoder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吃整段 audio spectrogram，一次平行算 → 大 GEMM、compute-bound、快。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280160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664208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2048256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2304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2816352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3584448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3968496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2544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36592" y="3931920"/>
            <a:ext cx="182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平行（一次）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828800"/>
            <a:ext cx="5029200" cy="1097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Decoder ← 延遲主因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自迴歸、逐 token 生成 transcript → GEMV、memory-bound → 主宰延遲。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766560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077456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42048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552944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17536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028432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93024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68512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8979408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0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9454896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19488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9930384" y="4270248"/>
            <a:ext cx="16459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94976" y="41148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序列（逐 token）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準確度通常更高，但自迴歸 decoder 讓推論延遲偏高。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ASR 架構二：wav2vec2 / Conformer + CTC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2697480"/>
          </a:xfrm>
          <a:prstGeom prst="roundRect">
            <a:avLst>
              <a:gd name="adj" fmla="val 339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57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Encoder only — 無自迴歸 decode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Encoder 一次輸出「所有 frame」的字元機率，再用 CTC 對齊成文字——沒有逐 token 的序列相依。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28016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310896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0624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3246120"/>
            <a:ext cx="16459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069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 frame 一次平行輸出 → 高度平行、推論快、適合低延遲串流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和 Whisper 對照：少了「自迴歸 decode」這段 memory-bound 的序列瓶頸 → 同樣轉錄、速度差很多。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對照總結：架構決定推論速度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83080"/>
          <a:ext cx="10332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3931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維度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Whisper（attention）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CTC（wav2vec2）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decode 方式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自迴歸、逐 token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無，一次輸出所有 frame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可平行度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decoder 低（序列相依）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高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推論瓶頸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decoder：memory-bound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encoder：compute-bound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相對推論速度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較慢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較快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常見取捨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準確度 / 可生成式輸出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低延遲 / 串流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決定速度的是「記憶體存取型態與可平行度」，不是 FLOPs 總量。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動手：decode_memory_bound demo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run.py — decode batch sweep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量不同 batch 的單步延遲與吞吐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 step_ms 幾乎不變、tokens/s 線性升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4572000" cy="50292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 run.py --peak-bw 3.35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asr_proxy.py — 平行 vs 序列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同樣 FLOPs：encoder 一次平行、decoder 逐步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 decoder / encoder 慢數倍～數十倍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29400" y="4206240"/>
            <a:ext cx="4572000" cy="50292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 asr_proxy.py --frames 256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兩個 demo 的效應都需在 GPU 上才明顯（CPU 權重落 cache，看不出 HBM 頻寬瓶頸）。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Inference（以 ASR 為例）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本場帶走三件事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 compute-bound（怕裝不下）；decode memory-bound。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每 token 重讀整份權重，KV cache 還會加劇。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加大 batch 換吞吐，救不了單一請求的延遲。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3172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同一次權重讀取攤平給更多請求，直到 compute-bound。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ASR：平行 vs 自迴歸的架構差，決定推論速度。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Whisper decoder 慢、CTC 快——不是 FLOPs 總量決定。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下一場 S4　</a:t>
            </a:r>
            <a:pPr indent="0" marL="0"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資料搬遷的關卡與記憶體方案（PCIe / NVLink / GPUDirect Storage / Unified Memory）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S3 — Training vs Inference 的瓶頸差異（以 ASR 為例）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2026-06-05T07:09:35Z</dcterms:created>
  <dcterms:modified xsi:type="dcterms:W3CDTF">2026-06-05T07:09:35Z</dcterms:modified>
</cp:coreProperties>
</file>