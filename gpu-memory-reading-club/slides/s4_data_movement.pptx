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24688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87968" y="2752344"/>
            <a:ext cx="274320" cy="0"/>
          </a:xfrm>
          <a:prstGeom prst="line">
            <a:avLst/>
          </a:prstGeom>
          <a:noFill/>
          <a:ln w="2540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162288" y="24688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29216" y="2752344"/>
            <a:ext cx="27432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0003536" y="24688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0464" y="2752344"/>
            <a:ext cx="274320" cy="0"/>
          </a:xfrm>
          <a:prstGeom prst="line">
            <a:avLst/>
          </a:prstGeom>
          <a:noFill/>
          <a:ln w="2540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844784" y="24688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3291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SSD → DRAM →[PCIe]→ HBM → SM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 ·  S4 / 共 4 場（終章）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</a:t>
            </a:r>
            <a:endParaRPr lang="en-US" sz="4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與記憶體方案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把資料送到 GPU 要過幾道關？每道關怎麼選方案。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承接 S1 階層 + S2 晶片內 —— 這場講「晶片外」的搬運，並收束整個系列。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全圖：從 SSD 到運算單元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" y="265176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29077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NVMe SSD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~7 GB/s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16936" y="3246120"/>
            <a:ext cx="594360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57016" y="265176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57016" y="29077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DRAM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57016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~100 GB/s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97296" y="3246120"/>
            <a:ext cx="594360" cy="0"/>
          </a:xfrm>
          <a:prstGeom prst="line">
            <a:avLst/>
          </a:prstGeom>
          <a:noFill/>
          <a:ln w="5080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751576" y="22677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PCIe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37376" y="265176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37376" y="29077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HBM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7376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~3.3 TB/s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77656" y="3246120"/>
            <a:ext cx="594360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17736" y="265176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17736" y="29077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L2 / SM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17736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數十 TB/s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" y="4069080"/>
            <a:ext cx="5349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" y="4206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本場聚焦：晶片外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0216" y="4069080"/>
            <a:ext cx="53492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6300216" y="4206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S2 晶片內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 教你判斷瓶頸、S2 講晶片內；本場把「晶片外」這幾段的搬運方案講完。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資料搬遷的關卡與記憶體方案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進出站：H2D / D2H 與 PCIe 瓶頸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237744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Host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DRAM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589520" y="237744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Device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HBM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2697480"/>
            <a:ext cx="2743200" cy="0"/>
          </a:xfrm>
          <a:prstGeom prst="line">
            <a:avLst/>
          </a:prstGeom>
          <a:noFill/>
          <a:ln w="317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343400" y="2313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H2D（host→device）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3246120"/>
            <a:ext cx="2743200" cy="0"/>
          </a:xfrm>
          <a:prstGeom prst="line">
            <a:avLst/>
          </a:prstGeom>
          <a:noFill/>
          <a:ln w="3175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343400" y="3319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D2H（device→host）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PCIe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4348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PCIe Gen4 ~32 / Gen5 ~64 GB/s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比 HBM 慢約 100×；頻繁進出 = 被 PCIe 鎖死。D2H（搬結果回去）也要算。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關鍵：減少跨 PCIe 的次數，或把它「藏」起來（overlap，本場壓軸）。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資料搬遷的關卡與記憶體方案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NVLink：多卡與 CPU–GPU 的高速橋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卡間/晶片間頻寬對照（約略值）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PCIe Gen4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2514600"/>
            <a:ext cx="273101" cy="365760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9" name="Text 7"/>
          <p:cNvSpPr/>
          <p:nvPr/>
        </p:nvSpPr>
        <p:spPr>
          <a:xfrm>
            <a:off x="2970581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 GB/s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PCIe Gen5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3291840"/>
            <a:ext cx="546202" cy="365760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12" name="Text 10"/>
          <p:cNvSpPr/>
          <p:nvPr/>
        </p:nvSpPr>
        <p:spPr>
          <a:xfrm>
            <a:off x="3243682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64 GB/s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NVLink 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4069080"/>
            <a:ext cx="768096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37844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900 GB/s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NVLink 比 PCIe 快約一個量級 → 多卡並行（tensor / pipeline parallel）搬權重、啟動值、梯度才划算；NVLink-C2C 還用來連 CPU–GPU（Grace Hopper）。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資料搬遷的關卡與記憶體方案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SSD → GPU：傳統路徑 vs GPUDirect Storage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傳統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NVMe SSD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63240" y="2240280"/>
            <a:ext cx="1005840" cy="0"/>
          </a:xfrm>
          <a:prstGeom prst="line">
            <a:avLst/>
          </a:prstGeom>
          <a:noFill/>
          <a:ln w="3175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224028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4A2433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2240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bounce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buffer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0" y="2240280"/>
            <a:ext cx="1005840" cy="0"/>
          </a:xfrm>
          <a:prstGeom prst="line">
            <a:avLst/>
          </a:prstGeom>
          <a:noFill/>
          <a:ln w="3175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80960" y="224028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240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HBM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介入、兩跳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GPUDirect Storage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NVMe SSD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063240" y="4343400"/>
            <a:ext cx="457200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697480" y="44165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DMA 直達（繞過 CPU）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80960" y="43434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HBM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用途：大資料集載入、大權重載入、KV cache offload。資料越大，CPU 越是瓶頸 → GDS 把 CPU 移出資料路徑。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資料搬遷的關卡與記憶體方案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Unified Memory（一）：NVIDIA UVM（遷移式）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78308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單一指標、CPU/GPU 都能存取；page fault 觸發「頁面遷移」，可超額配置（用超過 HBM 容量），cudaMemPrefetchAsync 可預取藏延遲。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好處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4069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程式簡單（不必手動 copy）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能跑超過 HBM 容量的工作集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34290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壞處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4069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page fault 有開銷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存取型態差會 thrashing（來回搬）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本質仍是「遷移」——資料還是要搬，只是自動化了。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資料搬遷的關卡與記憶體方案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Unified Memory（二）：Apple 零複製、Grace Hopper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Apple 統一記憶體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CPU/GPU 共用同一塊實體記憶體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零複製（根本不搬）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代價：頻寬較低（LPDDR）→ 跑得動大模型但慢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Grace Hopper（GH200）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Grace(LPDDR5X) + Hopper(HBM3)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NVLink-C2C ~900 GB/s 硬體一致性連接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又大又快的統一記憶體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70916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三種「unified」機制不同：</a:t>
            </a:r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遷移（NVIDIA UVM）</a:t>
            </a:r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/ </a:t>
            </a:r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零複製（Apple）</a:t>
            </a:r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/ </a:t>
            </a:r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一致性互連（Grace Hopper）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資料搬遷的關卡與記憶體方案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各方案速覽：容量 / 頻寬 / 定位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2194560"/>
                <a:gridCol w="219456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方案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記憶體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容量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頻寬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定位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RTX 4090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GDDR6X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24 GB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~1 TB/s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開發 / 本機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A100 80GB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HBM2e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80 GB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~2 TB/s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訓練/推論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H100 SXM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HBM3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80 GB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BDF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~3.35 TB/s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主力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H200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HBM3e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141 GB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BDF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~4.8 TB/s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LLM 推論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Apple M 系列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統一 LPDDR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128–192 GB+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~0.4–0.8 TB/s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本機大模型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Grace Hopper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HBM3+LPDDR5X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96 + ~480 GB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BDF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 ~4 TB/s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超大模型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選型心法：memory-bound 推論看「頻寬 + 容量」，不是峰值 FLOPS。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資料搬遷的關卡與記憶體方案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心法：把工作集 match 到對的記憶體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109728" cy="914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02996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工作集裝得下 HBM？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120640" y="2029968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純 GPU，最快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063240"/>
            <a:ext cx="109728" cy="914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17296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裝不下但搬得動？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0640" y="3172968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offload / UVM / GPUDirect（接受搬運成本，盡量 overlap）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206240"/>
            <a:ext cx="10972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31596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要超大容量？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20640" y="4315968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統一記憶體（Apple / Grace Hopper，換取不同頻寬）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沒有「最好」的記憶體，只有最 match 你工作集的。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資料搬遷的關卡與記憶體方案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壓軸：prefetch / overlap —— 預先把資料搬到對的地方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219456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1945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219456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1945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219456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1945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19456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1945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219456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1945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19456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945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2103120"/>
            <a:ext cx="0" cy="2286000"/>
          </a:xfrm>
          <a:prstGeom prst="line">
            <a:avLst/>
          </a:prstGeom>
          <a:noFill/>
          <a:ln w="12700">
            <a:solidFill>
              <a:srgbClr val="FB7185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008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overlapped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11680" y="310896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1089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80360" y="310896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31089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310896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31089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80360" y="365760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365760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49040" y="365760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65760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365760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65760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3017520"/>
            <a:ext cx="0" cy="1371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57784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省下的時間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0" y="4251960"/>
            <a:ext cx="173736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用第二條 stream 預取下一批，compute 一邊算、copy 一邊搬 → 搬運被藏在運算後面。DataLoader 的 num_workers + pin_memory + prefetch 是同一招。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資料搬遷的關卡與記憶體方案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動手：prefetch_overlap demo（壓軸）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量什麼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naive（搬完才算）vs overlapped（邊搬邊算）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 prefetch 把搬運藏起來省多少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4297680"/>
            <a:ext cx="4572000" cy="502920"/>
          </a:xfrm>
          <a:prstGeom prst="rect">
            <a:avLst/>
          </a:prstGeom>
          <a:solidFill>
            <a:srgbClr val="0A132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python run.py --num 16 --iters 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會看到（示意）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606040"/>
          <a:ext cx="4572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6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做法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8FA6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時間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naive（搬完才算）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100 ms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BDF8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overlapped（邊搬邊算）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8BDF8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58 ms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加速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~1.7x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6294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（數字示意；搬運與運算時間越接近，效益越大）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這就是整個系列的收束：把搬運「藏」起來，讓昂貴的算力不再空等。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資料搬遷的關卡與記憶體方案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系列總結：速度的故事，大半是「搬運」的故事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8686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83080" y="1600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Roofline：先問 compute-bound 還是 memory-bound。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441448"/>
            <a:ext cx="86868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4144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244144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晶片內：HBM / tiling / pinned —— 把資料留在「快的地方」。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3282696"/>
            <a:ext cx="8686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8269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83080" y="328269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 vs 推論：decode memory-bound、KV cache、ASR 架構決定速度。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40080" y="4123944"/>
            <a:ext cx="86868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2394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412394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晶片外：PCIe / NVLink / GDS / Unified Memory，選對方案 + prefetch overlap。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50749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判斷瓶頸 → 縮短/隱藏搬運 → 選對記憶體。　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速度的故事，大半是「資料在哪、怎麼搬」的故事。 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S4 — 資料搬遷的關卡與記憶體方案</dc:title>
  <dc:subject>PptxGenJS Presentation</dc:subject>
  <dc:creator>GPU 記憶體與資料搬遷讀書會</dc:creator>
  <cp:lastModifiedBy>GPU 記憶體與資料搬遷讀書會</cp:lastModifiedBy>
  <cp:revision>1</cp:revision>
  <dcterms:created xsi:type="dcterms:W3CDTF">2026-06-05T07:54:17Z</dcterms:created>
  <dcterms:modified xsi:type="dcterms:W3CDTF">2026-06-05T07:54:17Z</dcterms:modified>
</cp:coreProperties>
</file>