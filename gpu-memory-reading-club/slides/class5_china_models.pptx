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第五堂課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把推論成本寫進架構本身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中國開源模型做了哪些優化？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DeepSeek · Kimi · MiniMax · Qwen · GLM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41148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第三、四堂是「框架從外面調」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（排程、記憶體管理、路由）——一個模型權重都沒改。這一堂是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「模型從裡面改」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。兩邊打的是同一個敵人：decode 的 memory-bound 與 KV cache。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命題：效率不是加分項，是生存條件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出口管制下算力受限，逼出了這批實驗室的三個共同特徵。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18196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架構層就為推論成本設計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22199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不是「先訓練完再想怎麼服務」。MLA 這種注意力機制的發明動機，直接就是 HBM 頻寬帳單——這是最乾淨的架構 ⇄ 硬體 co-design 案例。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383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1912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系統零件跟著開源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59359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FlashMLA / DeepEP / DeepGEMM / EPLB / 3FS…… 新架構必須被 vLLM、SGLang 支援才有人用，開源 kernel 是讓自家架構進入生態的手段。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10881360" cy="1207008"/>
          </a:xfrm>
          <a:prstGeom prst="roundRect">
            <a:avLst>
              <a:gd name="adj" fmla="val 7576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754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45628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技術報告寫得很細，含失敗嘗試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496519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 那篇「為什麼 M2 退回 full attention」尤其可貴——負面結果比正面結果更難得，也更有教學價值。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承接前兩堂：同一個敵人，兩個方向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回到第三堂的那把尺：AI = FLOPs ÷ Bytes。decode 的 AI ≈ 1，所以 GPU 大半閒置。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框架的做法：動分子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batch 撐大撐滿 → 同一次權重讀取被更多 token 分攤 → AI ≈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分頁 KV / RadixAttention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3127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continuous batching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34198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chunked prefill / PD 分離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cache-aware router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模型的做法：動分母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56832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直接讓「每產一個 token 要搬的位元組數」變少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壓 KV（MLA）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56832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少算（MoE 稀疏）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56832" y="3419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少看（稀疏/線性注意力）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56832" y="3712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降精度（FP8 / MXFP4）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兩邊在 roofline 上做的是同一件事：把那個點從左邊的記憶體牆推向右邊。差別只在一個從外面調、一個從裡面改——而模型端改的東西，框架端必須支援才跑得起來（所以他們把 kernel 也開源了）。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五個旋鈕：後面每一家都只是轉了不同組合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68896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45168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1874520"/>
            <a:ext cx="19202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8745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1874520"/>
            <a:ext cx="3657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187452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打擊的瓶頸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53035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874520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代表技術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2258568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2585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0" y="2258568"/>
            <a:ext cx="3657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225856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讀 KV 的頻寬 + 容量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2258568"/>
            <a:ext cx="5303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258568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MHA → GQA → MLA（低秩 latent）→ Gated MLA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2642616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64261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0" y="2642616"/>
            <a:ext cx="3657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264261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token 的 FLOPs 與權重讀取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2642616"/>
            <a:ext cx="5303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64261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稀疏化：細粒度專家、共享專家、極高稀疏比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026664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02666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0" y="3026664"/>
            <a:ext cx="3657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33472" y="302666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 context 的 O(n²) 與 KV 線性增長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3026664"/>
            <a:ext cx="5303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026664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稀疏注意力（DSA/CSA/MSA）、線性注意力（Lightning/GDN/KDA）、混合層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3410712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41071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560320" y="3410712"/>
            <a:ext cx="3657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341071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單請求延遲（memory-bound 天花板）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3410712"/>
            <a:ext cx="5303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410712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MTP 多 token 預測 ＋ 投機解碼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3794760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7947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60320" y="3794760"/>
            <a:ext cx="3657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33472" y="379476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搬的位元組數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17920" y="3794760"/>
            <a:ext cx="5303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794760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訓練、MXFP4 權重 / MXFP8 activation 的 QAT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每一個旋鈕都在回答同一個問題：怎麼讓每產一個 token，少搬一點位元組？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旋鈕①：壓 KV —— MHA → GQA → MLA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68896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45168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每 token 的大小，直接決定 decode 每步要搬多少位元組、以及同一顆 HBM 放得下幾條。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2860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395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MHA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head 各存 K/V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547872"/>
            <a:ext cx="3154680" cy="59436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547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Llama 式 32 heads：512 KB/token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25112" y="22860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07992" y="2395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GQA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07992" y="2834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多個 query head 共用一組 K/V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07992" y="3547872"/>
            <a:ext cx="3154680" cy="594360"/>
          </a:xfrm>
          <a:prstGeom prst="rect">
            <a:avLst/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547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Llama-3-8B（8 KV heads）：128 KB/token（÷4）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108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10144" y="2286000"/>
            <a:ext cx="3502152" cy="2011680"/>
          </a:xfrm>
          <a:prstGeom prst="roundRect">
            <a:avLst>
              <a:gd name="adj" fmla="val 454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93024" y="23957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93024" y="2834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K/V 投影成低秩 latent 再存，用時解回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93024" y="3547872"/>
            <a:ext cx="3154680" cy="594360"/>
          </a:xfrm>
          <a:prstGeom prst="rect">
            <a:avLst/>
          </a:prstGeom>
          <a:solidFill>
            <a:srgbClr val="123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8744" y="3547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DeepSeek-V3：≈ 70 KB/token（同規模 MHA 推算 ~3.8 MB）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96112" y="4526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DeepSeek-V2 論文自陳：MLA 讓 KV cache 相對 MHA 減少 93.3%。Kimi K3 進一步用 Gated MLA。GLM-5 也採用 MLA——這個旋鈕已經是共識。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最該記的一句：MLA 是「為了 decode 的 HBM 頻寬」而發明的注意力機制——架構決策就是硬體帳單。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旋鈕②：少算 —— MoE 稀疏度一路往上推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68896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45168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 decode 速度的是「活躍參數 + KV」，不是總參數。所以趨勢是：總參數大幅變大、活躍參數只小幅變大。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24028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240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224028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22402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總參數 / 活躍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224028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224028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專家配置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2240280"/>
            <a:ext cx="32004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224028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活躍比例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624328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6243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2624328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26243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671B / 37B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94960" y="2624328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8112" y="262432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256 routed + 1 shared，選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2624328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262432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5.5%　細粒度專家 + 共享專家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3008376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0083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K2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17520" y="3008376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30083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1T / 32B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94960" y="3008376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3008376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384 專家，每 token 選 8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21040" y="3008376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4192" y="300837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3.2%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3392424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39242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K3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017520" y="3392424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339242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2.8T / 104B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394960" y="3392424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339242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896 專家，每 token 選 16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321040" y="3392424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33924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3.7%　Stable LatentMoE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0080" y="3776472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77647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 3.5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017520" y="3776472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0672" y="377647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397B / 17B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394960" y="3776472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377647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極高稀疏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321040" y="3776472"/>
            <a:ext cx="32004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94192" y="377647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4.3%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0080" y="4160520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41605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GLM-5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017520" y="4160520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90672" y="41605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744B / 40B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394960" y="4160520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8112" y="416052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321040" y="4160520"/>
            <a:ext cx="32004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94192" y="416052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5.4%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40080" y="45720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68680" y="4572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細粒度專家：切更小、選更多 → 組合數變多，表達力上升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400800" y="45720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629400" y="45720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共享專家：每 token 必經，承接共通知識 → 讓 routed 專家專心學差異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但 MoE 在單卡上不省容量（專家都得在 HBM）——要連容量也省，得靠第四堂的大規模 EP。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旋鈕③：少看 —— 稀疏 vs 線性，兩條不同的路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92624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68896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45168" y="128016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1280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74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 context 讓 attention 的 O(n²) 與 KV 的線性增長同時失控。兩條路的差別非常重要。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28600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稀疏注意力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6112" y="28163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保留完整 KV，但每個 query 只看 top-k 個位置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DeepSeek DSA / CSA + HCA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35112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MiniMax MSA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3822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GLM-5 的 DSA 式稀疏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" y="4224528"/>
            <a:ext cx="4800600" cy="502920"/>
          </a:xfrm>
          <a:prstGeom prst="roundRect">
            <a:avLst>
              <a:gd name="adj" fmla="val 50000"/>
            </a:avLst>
          </a:prstGeom>
          <a:solidFill>
            <a:srgbClr val="123D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2245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還在 → prefix caching / 投機解碼還能用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228600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56832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線性注意力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56832" y="2816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不存 KV，改成一個固定大小的遞迴狀態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MiniMax Lightning Attention（M1）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56832" y="3511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Qwen Gated DeltaNet（3:1 混合）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56832" y="3822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Kimi KDA（69 層線性 + 24 層 full）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56832" y="4224528"/>
            <a:ext cx="4617720" cy="502920"/>
          </a:xfrm>
          <a:prstGeom prst="roundRect">
            <a:avLst>
              <a:gd name="adj" fmla="val 50000"/>
            </a:avLst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42245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沒了 → 三個生產系統全部要重做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的共識不是「線性取代 full attention」，而是「混合 + 稀疏」——下一頁看 MiniMax 為什麼這樣說。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最有價值的反例：MiniMax M1 → M2 → M3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M1 · 2025-06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Lightning Attention 混合（線性為主）+ CISPO RL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178808" y="17830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13258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9704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M2 · 2025-10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9704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退回 full attention，並公開說明為什麼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863840" y="178308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32588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74736" y="1417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M3 ·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74736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改走 MSA 稀疏注意力：宣稱 1M ctx 下 prefill 9×、decode 15× 快於 M2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「No Free Lunch」講了什麼（LMSYS 部落格 + MiniMax 官方文件）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評測會騙人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5935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混合注意力在 MMLU / BBH / LongBench 上看起來沒問題，放大後才發現多跳推理明顯退化——把長文件裡散落的線索串起來的能力壞掉了。而要在困難任務上得到統計顯著訊號，所需算力是天文數字。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理論 FLOPs ≠ wall-clock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7365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線性注意力的實作本身就是 memory-bound，即使在訓練時也吃不滿算力——完全是第一堂 roofline 的教訓：省下的是紙上的 FLOPs，不是牆上的時間。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「省算力的方法」，需要巨量算力才驗證得了——這個弔詭是效率研究最大的結構性障礙。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卡在三個生產系統上（回扣第三堂）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這一頁是第三堂與第五堂的接縫：模型端改架構，會直接打壞框架端已經建好的東西。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647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第三堂問題②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線性注意力的狀態對數值精度遠比 full attention 敏感 → 低精度存不了，量化那個旋鈕跟著失效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8163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Prefix caching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第三堂問題②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線性狀態不像 KV 可以直接切片複用 → RadixAttention 的整套價值歸零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投機解碼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3867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第三堂天花板①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在線性注意力骨幹上「仍是未解問題」——單請求延遲的唯一解法沒了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457200"/>
          </a:xfrm>
          <a:prstGeom prst="roundRect">
            <a:avLst>
              <a:gd name="adj" fmla="val 20000"/>
            </a:avLst>
          </a:prstGeom>
          <a:solidFill>
            <a:srgbClr val="16233A"/>
          </a:solidFill>
          <a:ln w="12700">
            <a:solidFill>
              <a:srgbClr val="8FA6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他們也試過滑動窗口混合，調過比例、RoPE 設定、層內/層間配置、sink token —— 在 agent 任務與複雜長文評測上一致地很差。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「理論複雜度更低」離「生產環境更快」隔著三層：kernel 效率、評測有效性、生態相容性。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旋鈕④ 一次多產、旋鈕⑤ 降精度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444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MTP（Multi-Token Prediction）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訓練時多預測幾步當額外訊號（更密的監督），推論時那些 head 直接當投機解碼的 draft。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240280"/>
            <a:ext cx="10332720" cy="411480"/>
          </a:xfrm>
          <a:prstGeom prst="rect">
            <a:avLst/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402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驗證 k 個草稿 token：權重讀取 = 1 次（不變），FLOPs = k 倍　→　AI 從 1 變成 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6974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 報告第二 token 接受率 ~85–90%；Qwen3-Next 也內建 MTP。這是模型端「主動配合投機解碼」的做法——訓練時就把 draft 模型長在自己身上。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881360" cy="2057400"/>
          </a:xfrm>
          <a:prstGeom prst="roundRect">
            <a:avLst>
              <a:gd name="adj" fmla="val 444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降精度：從「部署後處理」變成「訓練的一部分」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" y="3822192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82219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階段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3822192"/>
            <a:ext cx="38404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382219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3822192"/>
            <a:ext cx="4114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382219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意義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" y="4206240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20624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73552" y="4206240"/>
            <a:ext cx="38404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420624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訓練用 bf16 → 社群事後量化成 GGUF/AWQ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4206240"/>
            <a:ext cx="4114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420624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品質掉多少看運氣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" y="4590288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59028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DeepSeek-V3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73552" y="4590288"/>
            <a:ext cx="38404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4590288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訓練（首個大規模開源前沿模型）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14032" y="4590288"/>
            <a:ext cx="4114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459028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細粒度 scaling + 高精度累加解決數值問題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6112" y="4974336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497433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73552" y="4974336"/>
            <a:ext cx="38404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4974336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MXFP4 權重 / MXFP8 activation，從 SFT 起 QAT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14032" y="4974336"/>
            <a:ext cx="4114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87184" y="497433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出廠就是 4-bit，直接對齊 Blackwell FP4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DeepSeek：五個旋鈕全轉的教科書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286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2926080" y="1280160"/>
            <a:ext cx="13716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280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旋鈕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7223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280160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" y="1664208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926080" y="1664208"/>
            <a:ext cx="1371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66420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297680" y="1664208"/>
            <a:ext cx="7223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664208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K/V 投影成低秩 latent 再存。V2 論文自陳 KV cache 相對 MHA 減少 93.3%；V3 latent 576 維 × 61 層 ≈ 70 KB/token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0080" y="2048256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04825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DeepSeekMoE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926080" y="2048256"/>
            <a:ext cx="1371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048256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297680" y="2048256"/>
            <a:ext cx="7223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2048256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細粒度專家（切更小、選更多）+ 共享專家（每 token 必經）。V3：671B 總參數、37B 活躍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0080" y="2432304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43230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無輔助損失均衡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926080" y="2432304"/>
            <a:ext cx="1371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243230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297680" y="2432304"/>
            <a:ext cx="7223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2432304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 aux loss 逼均衡會傷品質 → 改成動態調整路由 bias，均衡且不干擾主目標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40080" y="2816352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81635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MTP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926080" y="2816352"/>
            <a:ext cx="1371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281635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297680" y="2816352"/>
            <a:ext cx="7223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2816352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訓練時多預測幾步當額外訊號；推論時直接當投機解碼的 draft（第二 token 接受率 ~85–90%）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40080" y="3200400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2004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訓練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926080" y="3200400"/>
            <a:ext cx="1371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320040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297680" y="3200400"/>
            <a:ext cx="7223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200400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首個大規模用 FP8 完成訓練的開源前沿模型；細粒度 scaling + 高精度累加解決數值問題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40080" y="3584448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58444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DualPipe + 通訊 kernel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2926080" y="3584448"/>
            <a:ext cx="1371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9232" y="358444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4297680" y="3584448"/>
            <a:ext cx="7223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3584448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EP 的 all-to-all 與計算重疊，把通訊成本藏起來（第四堂問題⑤）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40080" y="3968496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96849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DSA（V3.2-Exp, 2025-09）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2926080" y="3968496"/>
            <a:ext cx="13716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9232" y="3968496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4297680" y="3968496"/>
            <a:ext cx="7223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0832" y="3968496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細粒度稀疏注意力，長 context 成本大降 → API 直接降價 &gt;50%（$0.27/M input）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640080" y="4352544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35254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V4（2026-04 預覽）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2926080" y="4352544"/>
            <a:ext cx="13716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9232" y="435254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+ 系統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4297680" y="4352544"/>
            <a:ext cx="7223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4352544"/>
            <a:ext cx="7077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CSA（每 m token 壓成一筆再取 top-k）+ HCA 逐層交錯、mHC 殘差、Muon。1M ctx 下 FLOPs 只需 V3.2 的 27%、KV cache 只需 10%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1" name="Text 5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V3 → V3.2 → V4 的每一步，都是在原有旋鈕上再多轉一格「少看」——長 context 是現在的主戰場。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Moonshot / Kimi：K2 → K3 的稀疏化與量化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5544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94560" y="1280160"/>
            <a:ext cx="42062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128016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K2（2025-07）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51206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280160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K3（2026-07）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1664208"/>
            <a:ext cx="15544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64208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1664208"/>
            <a:ext cx="4206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66420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1T 總參數 / 32B 活躍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64208"/>
            <a:ext cx="51206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664208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2.8T 總參數 / 104B 活躍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048256"/>
            <a:ext cx="15544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048256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048256"/>
            <a:ext cx="4206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2048256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384 專家 / 每 token 8 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048256"/>
            <a:ext cx="51206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048256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896 專家 / 每 token 16 個（Stable LatentMoE，latent 3584）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432304"/>
            <a:ext cx="15544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43230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注意力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2432304"/>
            <a:ext cx="4206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243230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432304"/>
            <a:ext cx="51206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432304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93 層 ＝ 69 層 KDA ＋ 24 層 Gated MLA（線性 × 全注意力混合）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2816352"/>
            <a:ext cx="15544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81635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2816352"/>
            <a:ext cx="4206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281635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MuonClip（Muon + QK-Clip）；15.5T tokens 全程無 loss spike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816352"/>
            <a:ext cx="51206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81635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同系列；宣稱整體 scaling efficiency ≈ 2.5× K2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200400"/>
            <a:ext cx="15544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20040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精度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3200400"/>
            <a:ext cx="4206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20040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200400"/>
            <a:ext cx="51206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200400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MXFP4 權重 / MXFP8 activation，從 SFT 起做量化感知訓練（QAT）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3584448"/>
            <a:ext cx="15544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584448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其他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94560" y="3584448"/>
            <a:ext cx="4206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67712" y="358444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584448"/>
            <a:ext cx="51206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584448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原生多模態（401M vision encoder）、1M context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45262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4672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混合而非全押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04672" y="4919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69 線性 + 24 full —— 留下足夠的 full attention 維持長程檢索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25112" y="45262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489704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MuonClip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489704" y="4919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Muon 優化器 + QK-Clip 抑制 attention logit 爆炸 → 1T 模型訓練不炸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10144" y="45262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174736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出廠就是 4-bit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8174736" y="4919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QAT 直接產 MXFP4 → 對齊 Blackwell FP4，不靠社群事後量化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「總參數變大、活躍參數只小幅變大」是 2026 主流——因為決定 decode 速度的是活躍參數與 KV，不是總參數。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 / GLM：混合注意力成為 2026 主流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377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58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325880"/>
            <a:ext cx="21945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3258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13258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注意力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325880"/>
            <a:ext cx="30175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32588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709928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099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Qwen3（2025）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17520" y="1709928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7099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235B-A22B 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0" y="1709928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7099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GQA + MoE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1709928"/>
            <a:ext cx="3017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17099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稠密與 MoE 全尺寸家族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093976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939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Qwen3-Next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7520" y="2093976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0939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80B-A3B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12080" y="2093976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09397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Gated DeltaNet : full ＝ 3:1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03920" y="2093976"/>
            <a:ext cx="3017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209397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極高稀疏 + MTP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2478024"/>
            <a:ext cx="2377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47802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 3.5（2026-02）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17520" y="2478024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24780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397B-A17B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212080" y="2478024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4780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延續 GDN 3:1 混合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03920" y="2478024"/>
            <a:ext cx="30175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7072" y="2478024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宣稱 256K ctx decode 比 Qwen3-Max 快 19×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2862072"/>
            <a:ext cx="2377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86207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GLM-5（2026-02）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017520" y="2862072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90672" y="28620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744B-A40B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212080" y="2862072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＋ DSA 式稀疏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03920" y="2862072"/>
            <a:ext cx="30175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77072" y="286207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 KV 與少看同時用上，200K ctx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36118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96112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四家的共同結構 —— 已經是 2026 開源前沿的預設配置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14400" y="416052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低活躍比例 MoE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566160" y="416052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線性/稀疏 + full 混合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0" y="416052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系的 KV 壓縮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869680" y="4160520"/>
            <a:ext cx="2514600" cy="502920"/>
          </a:xfrm>
          <a:prstGeom prst="roundRect">
            <a:avLst>
              <a:gd name="adj" fmla="val 50000"/>
            </a:avLst>
          </a:prstGeom>
          <a:solidFill>
            <a:srgbClr val="1C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MTP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96112" y="4773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注意「混合比例」是新的超參數：Qwen 3:1、Kimi K3 約 3:1（69:24）——大家收斂到差不多的比例，這本身就是一個訊號。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全景：五個實驗室 × 五個旋鈕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9202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5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16459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32588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壓 KV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2286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3258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少算（MoE）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325880"/>
            <a:ext cx="27432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32588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少看（attention）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325880"/>
            <a:ext cx="12801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13258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一次多產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0" y="1325880"/>
            <a:ext cx="1005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88752" y="132588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降精度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1709928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70992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1709928"/>
            <a:ext cx="16459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170992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MLA（−93.3%）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1709928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170992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671B-A37B 細粒度+共享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709928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70992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DSA → CSA+HCA（1M：FLOPs 27%、KV 10%）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1709928"/>
            <a:ext cx="12801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170992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MTP 85–90%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0" y="1709928"/>
            <a:ext cx="1005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88752" y="1709928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訓練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2093976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09397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2093976"/>
            <a:ext cx="16459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209397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→ Gated MLA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2093976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0939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1T-A32B → 2.8T-A104B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2093976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0939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KDA 線性 ×69 + full ×24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2093976"/>
            <a:ext cx="12801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08592" y="2093976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15600" y="2093976"/>
            <a:ext cx="1005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88752" y="209397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MXFP4 QAT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2478024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24780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0" y="2478024"/>
            <a:ext cx="16459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33472" y="247802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06240" y="2478024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247802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2478024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24780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Lightning → 退回 full → MSA 稀疏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235440" y="2478024"/>
            <a:ext cx="12801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2478024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515600" y="2478024"/>
            <a:ext cx="1005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88752" y="247802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2862072"/>
            <a:ext cx="19202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286207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0" y="2862072"/>
            <a:ext cx="16459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33472" y="286207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GQA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06240" y="2862072"/>
            <a:ext cx="2286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286207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397B-A17B 極高稀疏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92240" y="2862072"/>
            <a:ext cx="27432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65392" y="2862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Gated DeltaNet : full ＝ 3:1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235440" y="2862072"/>
            <a:ext cx="12801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08592" y="286207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MTP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515600" y="2862072"/>
            <a:ext cx="1005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88752" y="286207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" y="3246120"/>
            <a:ext cx="19202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" y="32461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GLM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560320" y="3246120"/>
            <a:ext cx="16459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33472" y="32461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206240" y="3246120"/>
            <a:ext cx="2286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79392" y="32461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744B-A40B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92240" y="3246120"/>
            <a:ext cx="27432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65392" y="324612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DSA 式稀疏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235440" y="3246120"/>
            <a:ext cx="12801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08592" y="32461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515600" y="3246120"/>
            <a:ext cx="1005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588752" y="324612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註：以各家技術報告／官方部落格公開數字為準；2026 上半年版本迭代極快（各家都有小改版），開講前請對一次官方頁面。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896112" y="4700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讀這張表的方法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896112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每一格都在回答同一個問題：「怎麼讓每產一個 token，少搬一點位元組？」——壓 KV 少搬 KV、MoE 少搬權重、稀疏注意力少搬歷史、MTP 把搬的成本攤給更多 token、量化讓每個數字更小。這正是第一堂 roofline 的分母。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為什麼他們連 kernel 都開源？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這是最容易被忽略、但策略上最關鍵的一步——也是這堂課與第三、四堂真正的接縫。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困境：新架構如果沒有 kernel，就沒有人跑得動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148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不是標準 attention，vLLM / SGLang 原本的 FlashAttention kernel 直接用不了。MoE 的 all-to-all、FP8 GEMM、專家負載均衡也都一樣——開源模型權重卻沒有配套 kernel，等於發布了一台沒有輪子的車。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881360" cy="530352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63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FlashMLA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063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的 decode kernel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30632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① 壓 KV 真的跑得快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10881360" cy="530352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6667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36667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專家平行的 all-to-all 通訊庫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66674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② 少算 在多機可行（第四堂⑤）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270248"/>
            <a:ext cx="10881360" cy="53035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2702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DeepGEMM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88920" y="42702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GEMM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0" y="42702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⑤ 降精度 吃到 tensor core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873752"/>
            <a:ext cx="10881360" cy="530352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8737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EPLB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88920" y="48737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專家平行負載均衡器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66560" y="48737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解決專家熱點＝資料傾斜（第四堂⑤）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開源 kernel 是讓自家架構進入 vLLM / SGLang 生態的手段——模型與框架是共生的，不是上下游。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第五堂課 · 中國開源模型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架構決策就是硬體帳單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MLA 是為了 decode 的 HBM 頻寬而發明的注意力機制；MoE 稀疏度是為了每 token 的權重讀取量；MXFP4 QAT 是為了對齊 Blackwell 的 tensor core。這批模型不是「先訓練完再想怎麼服務」，成本從第一天就寫在架構裡。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五個旋鈕，一個目標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4930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 KV / 少算 / 少看 / 一次多產 / 降精度——全都在回答「怎麼讓每產一個 token 少搬一點位元組」。這是第一堂 roofline 的分母，也是第三堂框架優化的另一半。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理論上更省 ≠ 實際上更快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8188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 M2 退回 full attention 是 2025–26 最重要的負面結果：kernel 效率、評測有效性、生態相容性三關全過，一個「更有效率的架構」才真的更有效率。而驗證它需要的算力，正是它想省下來的那些。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全系列收束：第一堂硬體 → 第二堂多卡 → 第三堂單機引擎 → 第四堂多機服務 → 第五堂模型架構。同一個敵人，五個高度。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五個實驗室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第五堂課 · 中國開源模型的效率工程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2026-08-17T05:54:22Z</dcterms:created>
  <dcterms:modified xsi:type="dcterms:W3CDTF">2026-08-17T05:54:22Z</dcterms:modified>
</cp:coreProperties>
</file>