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第六堂課 · 最終章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你看到的每一個字，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背後有 72 張卡同時踏了一步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一個字，穿過一整排機櫃 —— SGLang / vLLM × DeepSeek × NVIDIA / AMD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15568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278 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15568" y="405993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尖峰用來服務 V3/R1 的 8 卡機（平均 226.75 台）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347472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台 · 96 張 H100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405993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的開源復現：prefill 4 台（EP32）、decode 9 台（EP72）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18704" y="347472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116 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19872" y="405993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每產一個字的全員交換：58 層 MoE × dispatch + combine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507492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5074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通訊明明變多了，為什麼拆散反而便宜？</a:t>
            </a:r>
            <a:pPr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—— 這一堂就跟著一個請求，把每一站的帳算出來。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第六堂課（最終章）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DeepSeek 拆到越多卡上，每張卡反而產出越多 token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常識：「拆越散、通訊越多，一定越慢越貴。」但三組獨立的實測都指向相反方向。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基準：不拆（TP16 / EP8）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83480" y="1755648"/>
            <a:ext cx="5303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755648"/>
            <a:ext cx="815926" cy="365760"/>
          </a:xfrm>
          <a:prstGeom prst="rect">
            <a:avLst/>
          </a:prstGeom>
          <a:solidFill>
            <a:srgbClr val="5C7299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440" y="16916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SGLang：PD 分離 + EP72 vs TP16（decode）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2322576"/>
            <a:ext cx="5303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322576"/>
            <a:ext cx="4242816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378440" y="225856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5.2×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82549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TRT-LLM：EP16/32 vs EP4/8（含 MTP）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83480" y="2889504"/>
            <a:ext cx="5303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889504"/>
            <a:ext cx="50342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28254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6.17×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924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InferenceX：GB200 EP16 vs B200 EP8（同顆晶片）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3456432"/>
            <a:ext cx="5303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456432"/>
            <a:ext cx="3590075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33924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4.4×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三組條件不同，不能互相換算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5262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模型、精度、互動性目標、是否用 MTP 都不一樣（SGLang 是 R1 FP8、InferenceX 是 R1 FP4 @125 tok/s/user）。看的是方向，不是倍數本身。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拆散（EP 變大）→ 每卡產出變多。接下來要拆解：為什麼成立、代價是什麼、什麼時候不成立。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鉤子與拆法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一個「模型服務」不是一台機器，是一個 router、兩個池子、三張網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本堂主角：SGLang 在 12 台 × 8 張 H100 上的開源復現（prefill 與 decode 在同一叢集上分開量測）。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EA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KV-aware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選一組 P/D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池 · EP32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21031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P1 · 8 × H100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2523744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523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P2 · 8 × H100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294436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P3 · 8 × H100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97480" y="3364992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P4 · 8 × H100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6002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池 · EP72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1031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91272" y="210312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21031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56064" y="210312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21031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91272" y="265176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56064" y="265176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2651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20040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91272" y="320040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9127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56064" y="3200400"/>
            <a:ext cx="1664208" cy="457200"/>
          </a:xfrm>
          <a:prstGeom prst="roundRect">
            <a:avLst>
              <a:gd name="adj" fmla="val 12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D9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× H100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算力網：跨機 RDMA · 每卡一張 400G ≈ 50 GB/s（每方向）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461772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04672" y="4681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機內 NVLink 4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04672" y="4974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每方向 450 GB/s · 8 卡一個 scale-up 域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25112" y="461772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489704" y="4681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跨機 RDMA 400G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489704" y="4974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每方向 ≈ 50 GB/s · 慢一個數量級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10144" y="461772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16233A"/>
          </a:solidFill>
          <a:ln w="12700">
            <a:solidFill>
              <a:srgbClr val="5C7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174736" y="4681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前端乙太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174736" y="4974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 ↔ router：延遲 ms 級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 權重 688.6 GB——一台 8×80 GB 的 H100 連權重都放不下。跨機不是選項，是前提。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鉤子與拆法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機櫃群＝多了三層的記憶體階層：每種資料走它付得起的路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第一堂：暫存器 → L1 → L2 → HBM → PCIe → SSD，每往外一層慢一個數量級。機櫃群只是再往外加三層。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域　450–900 GB/s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27248" y="1700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162763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跨機 RDMA　≈ 50 GB/s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1700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2763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12700">
            <a:solidFill>
              <a:srgbClr val="5C7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前端乙太　ms 級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68512" y="1700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51976" y="162763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51976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儲存網　啟動時才用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331720"/>
            <a:ext cx="2286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317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233172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3317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一次多大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233172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33172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多常搬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233172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8512" y="233172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付得起的路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2715768"/>
            <a:ext cx="228600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715768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請求本身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0" y="2715768"/>
            <a:ext cx="274320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271576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KB 級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0" y="2715768"/>
            <a:ext cx="292608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271576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每請求一次 + 每字回傳一次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95360" y="2715768"/>
            <a:ext cx="292608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8512" y="271576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前端乙太就夠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282696"/>
            <a:ext cx="228600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28269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KV 交接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26080" y="3282696"/>
            <a:ext cx="274320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328269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351 MB（MLA BF16 × 4,989 token）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0" y="3282696"/>
            <a:ext cx="292608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32826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每請求一次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95360" y="3282696"/>
            <a:ext cx="292608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2826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跨機 RDMA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" y="3849624"/>
            <a:ext cx="228600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849624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MoE 交換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926080" y="3849624"/>
            <a:ext cx="274320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9232" y="384962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每卡每層 ≈ 14 MB + 28 MB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0" y="3849624"/>
            <a:ext cx="292608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84962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每字 116 次、72 張卡同步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595360" y="3849624"/>
            <a:ext cx="2926080" cy="56692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68512" y="384962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 scale-up 域或特化 RDMA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" y="4416552"/>
            <a:ext cx="228600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441655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權重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926080" y="4416552"/>
            <a:ext cx="274320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441655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688.6 GB；單專家 FP8 ≈ 42 MiB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69280" y="4416552"/>
            <a:ext cx="292608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432" y="441655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幾乎不搬（啟動、EPLB 重排）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595360" y="4416552"/>
            <a:ext cx="2926080" cy="56692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68512" y="441655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儲存網 / RDMA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推論引擎的全部工作，就是讓每一種資料只走它付得起的那一段路。這張表是本堂的地圖。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鉤子與拆法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進門那一跳只搬幾 KB，卻決定了一半的 prefill 要不要算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prefill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KV 交接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7112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decode 一步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sglang_router --pd-disaggregation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挑一組 prefill／decode，塞入 bootstrap_host / port / room（隨機 63-bit ID），同一個請求同時 POST 給兩邊；串流從 decode 回來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/ llm-d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291840" y="30632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Gateway → Endpoint Picker（EPP）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KV-aware 排程挑 pod，再由 sidecar 串起 prefill → NIXL → decode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Dynamo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291840" y="42062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Smart Router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KV-aware；Dynamo 1.0（2026-03-16）整合 SGLang / vLLM / llm-d / LMCache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" y="5303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線上 56.3% 的輸入 token 命中快取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（24 小時 608B 輸入裡有 342B）——router 把請求送到沒有快取的機器，這一半就得重算。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接第四堂⑦：cache-aware router 的局部性 vs 均衡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是整批的大塊通訊，跨 InfiniBand 也吃得消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prefill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KV 交接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7112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decode 一步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吃整段 prompt → 大 GEMM → compute-bound（第一堂 roofline）；通訊是「一批 token 一次送」。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103120"/>
            <a:ext cx="20116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1031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輸入長度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210312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2103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吞吐（每 node）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487168"/>
            <a:ext cx="20116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48716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1K token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2487168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24871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57,674 tok/s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871216"/>
            <a:ext cx="20116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8712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2K token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51760" y="2871216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2871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54,543 tok/s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255264"/>
            <a:ext cx="20116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2552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4K token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51760" y="3255264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32552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50,302 tok/s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3730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prefill 4 台（EP32）實測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2103120"/>
            <a:ext cx="5303520" cy="896112"/>
          </a:xfrm>
          <a:prstGeom prst="roundRect">
            <a:avLst>
              <a:gd name="adj" fmla="val 1020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21579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DeepEP normal 模式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24505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機內 NVLink 轉發 153 GB/s｜跨機 RDMA 43–58 GB/s。不支援 CUDA Graph——prefill 不需要，它一批就跑很久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217920" y="3127248"/>
            <a:ext cx="5303520" cy="896112"/>
          </a:xfrm>
          <a:prstGeom prst="roundRect">
            <a:avLst>
              <a:gd name="adj" fmla="val 1020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31821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Two-batch overlap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3474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一批切成兩個 micro-batch：一個在通訊、另一個在算 → prefill 吞吐 +27–35%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17920" y="4151376"/>
            <a:ext cx="5303520" cy="896112"/>
          </a:xfrm>
          <a:prstGeom prst="roundRect">
            <a:avLst>
              <a:gd name="adj" fmla="val 1020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4206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 9 個 routed 專家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449884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288 個專家槽（256 + 32 冗餘）÷ 32 卡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大塊、低頻的通訊，跨機頻寬就吃得下——所以 prefill 放哪台機器，不是延遲的主要來源。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交接不是「傳過去」而已：SGLang 先預留再推，vLLM 先算完再拉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prefill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KV 交接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7112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decode 一步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78308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1874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· 推（push）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9536" y="2322576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 同時送給 prefill 與 decode（同一個 bootstrap_room）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59536" y="2724912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2688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查 prefill 端的 bootstrap server、握手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59536" y="3127248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090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先把 KV 槽位配好（PreallocQueue）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9536" y="3529584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88720" y="34930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算 forward（Waiting → Inflight）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59536" y="3931920"/>
            <a:ext cx="256032" cy="256032"/>
          </a:xfrm>
          <a:prstGeom prst="ellipse">
            <a:avLst/>
          </a:prstGeom>
          <a:solidFill>
            <a:srgbClr val="38BDF8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經 RDMA 推到預留好的槽位（Mooncake / NIXL）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59536" y="4334256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跳過 prefill forward，直接組 batch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59536" y="4736592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47000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串流從 decode 回傳；逾時預設 300 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172200" y="178308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73368" y="1874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 + NIXL · 拉（pull）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91656" y="2322576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2084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proxy／sidecar 先送 prefill（只產第一個 token）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91656" y="2724912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0840" y="2688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算 forward，KV 留在自己 GPU 上不釋放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391656" y="3127248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20840" y="3090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回傳 KV 的位址（block ids、engine id、host/port）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6391656" y="3529584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20840" y="34930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proxy 把位址附在請求上，再轉給 decode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6391656" y="3931920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首次接觸經 ZMQ side channel 交換 NIXL metadata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6391656" y="4334256"/>
            <a:ext cx="256032" cy="256032"/>
          </a:xfrm>
          <a:prstGeom prst="ellipse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91656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208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用單邊 RDMA read 直接「拉」走 KV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6391656" y="4736592"/>
            <a:ext cx="256032" cy="256032"/>
          </a:xfrm>
          <a:prstGeom prst="ellipse">
            <a:avLst/>
          </a:prstGeom>
          <a:solidFill>
            <a:srgbClr val="1C2E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1656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20840" y="47000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串流回傳；prefill 讀完或逾時才釋放 block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640080" y="502920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502920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🎛  互動教具第 2 層可逐步播放這兩條泳道（SGLang / vLLM 可切換），並看每一步搬多少、多久。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兩家做的都是第四堂的「KV 所有權轉移」，差別只在誰先動——推的那一方先算，拉的那一方先等。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一份 5K token 的 KV 跨機只要 7 ms——MLA 在第五堂就替這一跳付了帳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prefill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KV 交接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7112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decode 一步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DeepSeek 官方統計的平均 KV 長度 4,989 token、跨機 400G（實測 49.5 GB/s）計算。橫軸為對數刻度。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MHA（同骨架假想：128 頭 × 128 維）　20 GB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49240" y="2167128"/>
            <a:ext cx="4937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167128"/>
            <a:ext cx="3560426" cy="3657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210312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403 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6700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GQA（Llama-3-70B：8 KV 頭 × 80 層）　1.6 GB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2734056"/>
            <a:ext cx="4937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2734056"/>
            <a:ext cx="2487163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26700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 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2369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· BF16（DeepSeek-V3）　351 MB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49240" y="3300984"/>
            <a:ext cx="4937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3300984"/>
            <a:ext cx="1828214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323697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7.1 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8039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· FP8　175 MB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49240" y="3867912"/>
            <a:ext cx="4937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867912"/>
            <a:ext cx="1524847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8440" y="38039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3.5 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9240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0.1 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36792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24344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11896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54696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 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299448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42248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287000" y="4370832"/>
            <a:ext cx="0" cy="91440"/>
          </a:xfrm>
          <a:prstGeom prst="line">
            <a:avLst/>
          </a:prstGeom>
          <a:noFill/>
          <a:ln w="1270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9800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" y="475488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41248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對照：TTFT 實測 2–5 秒（含排隊）→ 7 ms 在 TTFT 裡是雜訊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17920" y="475488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0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換成 MHA：光交接就要 0.4 秒，比一整個 decode 步（≈ 92 ms）還久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是為 decode 的 HBM 頻寬發明的，卻順手買到另一件事：prefill 與 decode 可以放在不同機櫃。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一步：attention 各算各的，MoE 大家一起交換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prefill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KV 交接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97112" y="1188720"/>
            <a:ext cx="2624328" cy="402336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7112" y="11887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decode 一步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Attention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每卡只算自己那批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不重複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000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Gate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603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token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 8 個專家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7880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Dispatch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891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送去專家所在的卡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FP8、每張卡只送一次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0760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Experts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179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grouped GEMM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（DeepGEMM）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3640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Combine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467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結果送回原卡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BF16（位元組 ×2）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6520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8408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75520" y="18745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× 58 層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75520" y="22128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LM head → 取樣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串流回使用者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291840"/>
            <a:ext cx="1088136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2918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每卡只放 4 個 routed 專家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80560" y="329184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288 個專家槽 ÷ 72 卡，另加 1 個 shared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005072"/>
            <a:ext cx="1088136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00507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token 平均送往 7.5 張卡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480560" y="4005072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 8 個專家，但同一張目的卡只送一次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4718304"/>
            <a:ext cx="1088136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7183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DeepEP low-latency 模式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480560" y="4718304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 RDMA（NVSHMEM + IBGDA：GPU 直接敲網卡門鈴、不經 CPU）＋固定 buffer → 可被 CUDA Graph 錄下來（第三堂④）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53212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🎛  互動教具第 3 層：拉 EP 大小、切 dispatch 精度，看這個 token 的 8 個專家落在哪幾張卡、幾成要出機器。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不做重疊時，通訊佔掉 decode 一步約四成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實測一步 92 ms（22,282 tok/s ÷ 8 卡 ÷ 256 序列）；模型算出每層通訊 0.86 ms × 58 層 ≈ 50 ms。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不開 two-batch overlap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1691640"/>
            <a:ext cx="3526971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691640"/>
            <a:ext cx="352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計算 75 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58891" y="1691640"/>
            <a:ext cx="2351314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458891" y="1691640"/>
            <a:ext cx="2351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通訊 50 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19934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124 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 two-batch overlap（實測設定）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2194560"/>
            <a:ext cx="3526971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194560"/>
            <a:ext cx="352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計算 75 ms（與通訊重疊）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8891" y="2194560"/>
            <a:ext cx="799447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458891" y="2194560"/>
            <a:ext cx="799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8066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92 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← 通訊 50 ms 裡約 33 ms 被藏進計算，露在外面的只剩 17 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1371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0175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 大小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3017520"/>
            <a:ext cx="11887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301752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dispatch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12801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30175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combine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017520"/>
            <a:ext cx="14630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× 58 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137160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40156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0" y="3401568"/>
            <a:ext cx="118872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340156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77 µs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401568"/>
            <a:ext cx="128016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4015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114 µs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3401568"/>
            <a:ext cx="146304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4015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~11 ms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749040"/>
            <a:ext cx="137160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7490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11680" y="3749040"/>
            <a:ext cx="118872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374904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155 µs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3749040"/>
            <a:ext cx="128016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374904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273 µs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80560" y="3749040"/>
            <a:ext cx="146304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374904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~25 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096512"/>
            <a:ext cx="137160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0965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128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11680" y="4096512"/>
            <a:ext cx="118872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84832" y="409651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192 µs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0" y="4096512"/>
            <a:ext cx="128016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4096512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369 µs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80560" y="4096512"/>
            <a:ext cx="146304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53712" y="409651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~33 ms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4443984"/>
            <a:ext cx="137160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44398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256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011680" y="4443984"/>
            <a:ext cx="118872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84832" y="444398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194 µs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0" y="4443984"/>
            <a:ext cx="128016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3552" y="44439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360 µs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480560" y="4443984"/>
            <a:ext cx="1463040" cy="34747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53712" y="4443984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~32 ms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40080" y="4864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DeepEP low-latency 實測（H800 + CX7 400G、每批 128 token、FP8）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引擎在做的三件事，全是「把等待藏起來」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217920" y="3401568"/>
            <a:ext cx="53035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40156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Two-batch overlap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549640" y="340156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micro-batch 通訊時，另一個在算 → decode +35%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6217920" y="3968496"/>
            <a:ext cx="53035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396849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通訊降精度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549640" y="396849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dispatch FP8 → NVFP4：all-to-all 流量再減半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6217920" y="4535424"/>
            <a:ext cx="53035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453542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固定 buffer + CUDA Graph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8549640" y="453542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每步不重新配置、不回 CPU（第三堂④）</a:t>
            </a:r>
            <a:endParaRPr lang="en-US" sz="980" dirty="0"/>
          </a:p>
        </p:txBody>
      </p:sp>
      <p:sp>
        <p:nvSpPr>
          <p:cNvPr id="71" name="Shape 6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2" name="Text 7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引擎的工作不是讓通訊變快，是把它藏進計算裡——藏不掉的部分，才需要換硬體。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拆散之所以便宜：每卡只放 4 個專家，省下的 HBM 拿去開大 batch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 72 張 H100（每張 80 GB），兩種切法下單卡記憶體的用途完全不同。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TP16（72 張切成 4.5 組）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691640"/>
            <a:ext cx="3735324" cy="411480"/>
          </a:xfrm>
          <a:prstGeom prst="rect">
            <a:avLst/>
          </a:prstGeom>
          <a:solidFill>
            <a:srgbClr val="5C7299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691640"/>
            <a:ext cx="3735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權重 43 GB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67244" y="1691640"/>
            <a:ext cx="3214116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667244" y="1691640"/>
            <a:ext cx="3214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KV 37 GB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91088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 GB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的 latent 無法按 head 切 → 16 張卡各存同一份 KV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DP attention + EP72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2926080"/>
            <a:ext cx="2519172" cy="411480"/>
          </a:xfrm>
          <a:prstGeom prst="rect">
            <a:avLst/>
          </a:prstGeom>
          <a:solidFill>
            <a:srgbClr val="5C7299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2926080"/>
            <a:ext cx="2519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權重 29 GB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51092" y="2926080"/>
            <a:ext cx="4430268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51092" y="2926080"/>
            <a:ext cx="4430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KV 51 GB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91088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 GB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每張卡只存自己那批請求的 KV，完全不重複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251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 張卡能放的「不重複」KV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TP16 ≈ 170 GB</a:t>
            </a:r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　→　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EP72 ≈ 3.6 TB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推算，只看量級（未扣 activation 與通訊 buffer）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每卡 256 條序列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大 → AI ≈ B → 逼近 H100 的 ridge point ≈ 296（第三堂地基）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217920" y="45628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EPLB 讓熱門專家做副本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0" y="4562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2.54×、prefill 1.49×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21792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結果：decode vs TP16 為 5.2×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0" y="4965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這就是第 1 頁那條長條的來源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拆散買到的不是算力，是 HBM：權重佔得少 → KV 放得多 → batch 開得大 → memory-bound 的 decode 才划算。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代價是 72 張卡綁成一個節拍器：最慢那張決定速度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DP attention + EP 下，同一個 decode 單元的所有 rank 必須同步進入每一層的 all-to-all。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6472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68696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12864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08976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57032" y="1691640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136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36192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4248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304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6472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24528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68696" y="2075688"/>
            <a:ext cx="365760" cy="301752"/>
          </a:xfrm>
          <a:prstGeom prst="rect">
            <a:avLst/>
          </a:prstGeom>
          <a:solidFill>
            <a:srgbClr val="4A2433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16752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4808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12864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08976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57032" y="2075688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8136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36192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84248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32304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0360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28416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76472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24528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72584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68696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16752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64808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12864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57032" y="2459736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8136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36192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84248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32304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80360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28416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76472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24528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72584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20640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68696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16752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64808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12864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60920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08976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57032" y="2843784"/>
            <a:ext cx="365760" cy="301752"/>
          </a:xfrm>
          <a:prstGeom prst="rect">
            <a:avLst/>
          </a:prstGeom>
          <a:solidFill>
            <a:srgbClr val="10455F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← 這一張卡慢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（專家熱點／掉卡）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另外 71 張全部在等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0080" y="324612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868680" y="328269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最慢那張決定整體 ITL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868680" y="35935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沒請求的卡也得跑空批次陪跑——集合通訊的本質（第四堂 Part A 的 straggler）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40080" y="39776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68680" y="401421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掉一張卡，整個 72 卡單元停擺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868680" y="4325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爆炸半徑隨 EP 變大（第四堂⑧）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0080" y="470916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868680" y="474573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EPLB 重排＝權重唯一會搬家的時候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68680" y="50566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TRT-LLM 實測單一 FP4 專家 24 MiB，最多重排 348 GiB MoE 權重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0" name="Text 8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拆散換來大 batch，代價是 72 張卡變成一支軍樂隊——節拍能踩多快，取決於傳令兵跑多快。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跟著一個請求走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互動環節：同一個請求放到四種硬體上各走一次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801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interactive/rack_journey_map.html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14813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481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1–4　切層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4813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481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 B G A　切硬體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0" y="14813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1481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空白鍵　播放／暫停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640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860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2286000"/>
            <a:ext cx="42062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228600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教具操作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286000"/>
            <a:ext cx="60350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2286000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要讓聽眾看到的現象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670048"/>
            <a:ext cx="64008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670048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80160" y="2670048"/>
            <a:ext cx="42062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2670048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1 層全景，停在 H100，點「③ MoE 交換」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2670048"/>
            <a:ext cx="60350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670048"/>
            <a:ext cx="5888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池的交換九成要出機器、走 RDMA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200400"/>
            <a:ext cx="64008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200400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280160" y="3200400"/>
            <a:ext cx="420624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3200400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 G 切 GB200 NVL72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0" y="3200400"/>
            <a:ext cx="603504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3200400"/>
            <a:ext cx="5888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同一種資料，整段路縮回機櫃內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3730752"/>
            <a:ext cx="64008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30752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280160" y="3730752"/>
            <a:ext cx="42062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3730752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2 層，attention 切 MHA → MLA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0" y="3730752"/>
            <a:ext cx="60350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3730752"/>
            <a:ext cx="5888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400 ms → 7 ms；在 TTFT 的 2–5 s 裡變成雜訊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261104"/>
            <a:ext cx="64008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261104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280160" y="4261104"/>
            <a:ext cx="420624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426110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3 層，EP 從 8 拉到 144（H100）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0" y="4261104"/>
            <a:ext cx="6035040" cy="530352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4261104"/>
            <a:ext cx="5888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EP8 權重放不下；EP 越大、跨機比例越高、每卡權重越少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4791456"/>
            <a:ext cx="64008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791456"/>
            <a:ext cx="493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280160" y="4791456"/>
            <a:ext cx="42062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53312" y="4791456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4 層時間帳，H100 → B200 → GB200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0" y="4791456"/>
            <a:ext cx="6035040" cy="53035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4791456"/>
            <a:ext cx="5888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快一倍，通訊一毫秒都沒省；域從 8 變 72，通訊 50 → 9 ms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四種硬體跑同一個請求，router、prefill、KV 交接幾乎不動——只有 decode 的交換那一站變了。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合回來：真瓶頸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四種資料只有一種付不起跨機的路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回到第 3 頁的地圖，逐格結帳：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00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請求本身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6002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前端乙太就夠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38160" y="1600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✔ 付得起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KV 交接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讓它 7 ms，跨機櫃也行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2103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✔ 付得起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606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權重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6060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幾乎不搬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38160" y="2606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✔ 付得起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881360" cy="438912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108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MoE 交換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1089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每字 116 次、每層都要全員同步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0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✘ 只有它付不起慢車道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39319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70332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部署（EP72、均勻路由）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2651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70332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落在同一個 scale-up 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23760" y="3703320"/>
            <a:ext cx="20116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7033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走跨機 RDMA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35440" y="3703320"/>
            <a:ext cx="2286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37033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每步通訊（模型）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087368"/>
            <a:ext cx="39319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08736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H100 8 卡機 × 9 台（主角）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087368"/>
            <a:ext cx="2651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40873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(8−1) ÷ (72−1) ≈ 10%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4087368"/>
            <a:ext cx="201168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40873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90%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35440" y="4087368"/>
            <a:ext cx="228600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40873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50 ms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453128"/>
            <a:ext cx="393192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445312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B200 8 卡機 × 9 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4453128"/>
            <a:ext cx="265176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4531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同上（NVLink 快一倍也沒用）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23760" y="4453128"/>
            <a:ext cx="201168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45312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90%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35440" y="4453128"/>
            <a:ext cx="228600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4453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50 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818888"/>
            <a:ext cx="39319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8188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NVL72（72 卡一域）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4818888"/>
            <a:ext cx="2651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48188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23760" y="4818888"/>
            <a:ext cx="201168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4818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35440" y="4818888"/>
            <a:ext cx="228600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08592" y="48188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≈ 9 ms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" y="51937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5 每方向 900 GB/s，是 400G 網卡（50 GB/s）的 18 倍。（NVIDIA 行銷寫「36×」，是拿雙向合計比單向。）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推論選硬體，第一個要看的不是 FLOPs、也不是單卡 HBM，而是「一個 scale-up 域裝得下幾張卡」。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合回來：真瓶頸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同一顆 GPU、同樣的 NVLink 頻寬，只把域從 8 擴到 72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SemiAnalysis InferenceX：DeepSeek-R1 FP4、1K/1K、Dynamo + TRT-LLM、含 MTP、125 tok/s/user。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286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459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1371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6459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16459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 NVLink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8229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459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64592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64592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拓樸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75520" y="1645920"/>
            <a:ext cx="16459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16459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tok/s／GPU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029968"/>
            <a:ext cx="228600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02996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B200（HGX 8 卡）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0" y="2029968"/>
            <a:ext cx="137160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20299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Blackwell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2029968"/>
            <a:ext cx="182880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20299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1.8 TB/s（雙向）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029968"/>
            <a:ext cx="82296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029968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2029968"/>
            <a:ext cx="292608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202996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prefill + 40 decode（EP8）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75520" y="2029968"/>
            <a:ext cx="1645920" cy="45720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8672" y="20299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941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2487168"/>
            <a:ext cx="228600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48716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926080" y="2487168"/>
            <a:ext cx="137160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24871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Blackwell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297680" y="2487168"/>
            <a:ext cx="182880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0832" y="24871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1.8 TB/s（雙向）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2487168"/>
            <a:ext cx="82296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487168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949440" y="2487168"/>
            <a:ext cx="292608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22592" y="2487168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prefill（TP8）+ 16 decode（EP16）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875520" y="2487168"/>
            <a:ext cx="1645920" cy="45720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48672" y="24871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4,130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" y="301752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B200 · 每卡 tok/s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17720" y="3081528"/>
            <a:ext cx="566928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081528"/>
            <a:ext cx="1291717" cy="347472"/>
          </a:xfrm>
          <a:prstGeom prst="rect">
            <a:avLst/>
          </a:prstGeom>
          <a:solidFill>
            <a:srgbClr val="5C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10378440" y="301752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941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 · 每卡 tok/s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617720" y="3630168"/>
            <a:ext cx="566928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17720" y="3630168"/>
            <a:ext cx="5669280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10378440" y="356616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4,130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416052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B200 · 每 1M token 成本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617720" y="4224528"/>
            <a:ext cx="566928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4224528"/>
            <a:ext cx="5442509" cy="3474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4" name="Text 52"/>
          <p:cNvSpPr/>
          <p:nvPr/>
        </p:nvSpPr>
        <p:spPr>
          <a:xfrm>
            <a:off x="10378440" y="416052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$0.576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" y="4709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 · 每 1M token 成本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617720" y="4773168"/>
            <a:ext cx="5669280" cy="347472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17720" y="4773168"/>
            <a:ext cx="1407871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8" name="Text 56"/>
          <p:cNvSpPr/>
          <p:nvPr/>
        </p:nvSpPr>
        <p:spPr>
          <a:xfrm>
            <a:off x="10378440" y="470916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$0.149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52852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旁證：LMSYS 在 GB200 NVL72 上（FP8 attention + NVFP4 MoE）量到 decode 13,386 tok/s／GPU，相對 H100 為 4.8×——但這組同時換了 GPU 世代，只當旁證。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1" name="Text 5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 4.4×、成本 ÷3.9。教具模型只解釋了通訊那一段，其餘來自域變大後 batch 也能開更大。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合回來：真瓶頸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軟體圖搬得過去，零件得重寫一遍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4–10 頁那張圖在 AMD 上長一模一樣，只是每個零件換成 ROCm 的對應物。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8346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459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旅程的一站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生態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1645920"/>
            <a:ext cx="47548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645920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 / ROCm 對應物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28346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99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集合通訊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029968"/>
            <a:ext cx="32918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02996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NCCL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029968"/>
            <a:ext cx="475488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02996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RCCL（ROCm 10 併入上游 NCCL 2.30.4）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395728"/>
            <a:ext cx="28346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dispatch / combine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395728"/>
            <a:ext cx="32918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39572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DeepEP（NVSHMEM + IBGDA）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395728"/>
            <a:ext cx="475488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39572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MoRI-EP；另有 ROCm 版 DeepEP（只列 MI300X/MI308X）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761488"/>
            <a:ext cx="28346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76148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交接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2761488"/>
            <a:ext cx="32918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276148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NIXL、Mooncake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761488"/>
            <a:ext cx="475488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MoRI-IO（實測比 Mooncake 快約 10%）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28346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1272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/ MoE kernel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3127248"/>
            <a:ext cx="32918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12724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FlashMLA、DeepGEMM、FlashInfer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3127248"/>
            <a:ext cx="475488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312724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AITER（vLLM ROCM_AITER_MLA 比 Triton MLA 快 1.2–1.6×）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493008"/>
            <a:ext cx="28346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49300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服務層編排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74720" y="3493008"/>
            <a:ext cx="329184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349300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Dynamo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3493008"/>
            <a:ext cx="475488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49300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沒有完整上游對應物（靠 SGLang router / llm-d）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3858768"/>
            <a:ext cx="28346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38587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算力網卡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0" y="3858768"/>
            <a:ext cx="329184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47872" y="3858768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ConnectX-7 / 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3858768"/>
            <a:ext cx="475488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385876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Pensando Pollara 400（UEC）、Vulcano 800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42519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4315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搬得過去（最佳情境）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" y="4617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R1-0528 MXFP4、24 張 MI355X、SGLang + MoRI：$0.169／1M token，對照 B200 + TRT-LLM 的 $0.178（廠商合寫，只比 B200）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6217920" y="42519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19088" y="4315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但不等於一樣成熟（第三方）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19088" y="4617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InferenceX v2：FP4 被 B200 大幅甩開、高互動性下 PD 分離反而比單機慢、開源分散式推論「落後超過六個月」；DeepSeek-V4 上線兩個月，多機在 ROCm 上仍跑不起來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落後的不是架構設計，是「新模型上線那天，零件有沒有人寫好」——老模型追得上，新模型差好幾倍。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推論：NVIDIA vs AMD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 的強項是「一台裝得下」，弱項是「一個域只有 8 張」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28016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 MI355X 8 卡機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2801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HGX B200 8 卡機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12801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GB200 NVL72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664208"/>
            <a:ext cx="292608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單卡 HBM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664208"/>
            <a:ext cx="292608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66420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288 GB HBM3E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664208"/>
            <a:ext cx="265176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1664208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180 GB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1664208"/>
            <a:ext cx="237744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1664208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~186 GB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084832"/>
            <a:ext cx="292608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8483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一台／一櫃總 HBM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084832"/>
            <a:ext cx="292608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08483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~2.3 TB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084832"/>
            <a:ext cx="265176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08483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1.44 TB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2084832"/>
            <a:ext cx="237744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084832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13.4 TB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2505456"/>
            <a:ext cx="292608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505456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拓樸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505456"/>
            <a:ext cx="292608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2505456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卡全網狀（xGMI，無交換器）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2505456"/>
            <a:ext cx="265176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505456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卡、NVSwitch 交換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0" y="2505456"/>
            <a:ext cx="2377440" cy="42062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2505456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 卡、NVSwitch 交換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2926080"/>
            <a:ext cx="292608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926080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對任一張卡的頻寬（每方向）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2926080"/>
            <a:ext cx="292608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926080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~77 GB/s（7 條合計 ≈ 538）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926080"/>
            <a:ext cx="265176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92608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900 GB/s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0" y="2926080"/>
            <a:ext cx="2377440" cy="42062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7152" y="2926080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900 GB/s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34290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868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強項：一台就裝得下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68680" y="38862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 權重 688.6 GB → 一台 MI355X（2.3 TB）裝得下還剩 ~1.6 TB 給 KV；一台 H100（640 GB）連權重都放不下。中低 QPS、想避開跨機複雜度時，這是真優勢。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17920" y="34290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4652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弱項：EP 一超過 8 就下慢車道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446520" y="38862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MoRI-EP 在 MI355X 上實測：dispatch 走 xGMI 345 GB/s、走 RDMA 只剩 54 GB/s（6.4×）；combine 420 → 71 GB/s。教具第 4 層裡，MI355X 在 EP72 的通訊和 H100 一樣是 ≈ 50 ms。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付不起慢車道的那種資料，在 AMD 現役機器上只有 8 張卡的快車道可走。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推論：NVIDIA vs AMD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選型只問一題：你的最小單位是一台，還是一個機櫃？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1089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如果你的單位是…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28016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2801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決定性的數字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5029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280160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年 9 月的答案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664208"/>
            <a:ext cx="3108960" cy="51206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一台 node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1664208"/>
            <a:ext cx="2743200" cy="51206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6642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單台總 HBM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664208"/>
            <a:ext cx="5029200" cy="512064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66420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MI355X（2.3 TB）&gt; B200（1.44 TB）&gt; H200（1.13 TB）→ AMD 在這一格有結構優勢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176272"/>
            <a:ext cx="3108960" cy="51206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17627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數個機櫃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49040" y="2176272"/>
            <a:ext cx="2743200" cy="51206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217627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域大小 × 軟體成熟度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2176272"/>
            <a:ext cx="5029200" cy="512064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176272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現役 GB200 / GB300 NVL72 領先；AMD 8 卡網狀在這一格吃虧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機櫃級 scale-up 域的時間線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108960"/>
            <a:ext cx="2651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1089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1840" y="3108960"/>
            <a:ext cx="7315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1089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23360" y="310896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31089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 scale-up（雙向）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3108960"/>
            <a:ext cx="16459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3108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 HBM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12480" y="3108960"/>
            <a:ext cx="31089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31089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狀態（2026-09）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3493008"/>
            <a:ext cx="2651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49300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493008"/>
            <a:ext cx="731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349300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23360" y="3493008"/>
            <a:ext cx="274320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6512" y="34930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1.8 TB/s（NVLink 5）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3493008"/>
            <a:ext cx="16459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49300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~186 GB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3493008"/>
            <a:ext cx="31089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49300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主流部署，~120 kW／櫃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3858768"/>
            <a:ext cx="265176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38587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GB300 NVL72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3858768"/>
            <a:ext cx="73152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385876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23360" y="3858768"/>
            <a:ext cx="274320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385876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1.8 TB/s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3858768"/>
            <a:ext cx="164592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385876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~288 GB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12480" y="3858768"/>
            <a:ext cx="310896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38587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部署中，每卡 800G 網卡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" y="4224528"/>
            <a:ext cx="26517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2245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Vera Rubin NVL72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91840" y="4224528"/>
            <a:ext cx="7315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422452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023360" y="4224528"/>
            <a:ext cx="274320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422452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3.6 TB/s（NVLink 6）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66560" y="4224528"/>
            <a:ext cx="164592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712" y="4224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288 GB HBM4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12480" y="4224528"/>
            <a:ext cx="3108960" cy="365760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85632" y="42245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2026-05 宣布量產，秋季開始出貨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4590288"/>
            <a:ext cx="265176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" y="45902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 Helios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91840" y="4590288"/>
            <a:ext cx="73152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64992" y="459028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023360" y="4590288"/>
            <a:ext cx="274320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96512" y="459028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3.6 TB/s（UALink over Ethernet）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766560" y="4590288"/>
            <a:ext cx="164592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39712" y="459028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432 GB HBM4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412480" y="4590288"/>
            <a:ext cx="3108960" cy="365760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85632" y="459028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AMD：Q3 末出貨；SemiAnalysis：2027 Q2 量產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什麼會推翻這個判斷：① Helios 出貨時，MoRI／RCCL 在 72 卡域上還沒有公開的大規模 EP 實測——硬體對等 ≠ 軟體對等。② 工作負載轉向超長上下文、KV 容量變主角時，單卡 HBM 大的一方優勢放大。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7" name="Text 7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不要問「AMD 還是 NVIDIA」，要問「我的最小單位是什麼」——2027 年 Helios 對 Rubin 的勝負會落在軟體。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推論：NVIDIA vs AMD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這趟旅程的每一站，都是前五堂的某一頁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旅程的一站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1280160"/>
            <a:ext cx="48463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1280160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決定它快慢的東西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0" y="128016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1392" y="12801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在哪一堂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1664208"/>
            <a:ext cx="329184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 選誰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664208"/>
            <a:ext cx="484632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1664208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cache-aware、局部性 vs 均衡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1664208"/>
            <a:ext cx="274320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166420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 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066544"/>
            <a:ext cx="329184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0665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跨機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066544"/>
            <a:ext cx="484632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2066544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compute-bound、大 GEMM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066544"/>
            <a:ext cx="274320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06654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第一堂 roofline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468880"/>
            <a:ext cx="329184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4688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交接 7 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468880"/>
            <a:ext cx="484632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2468880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把 KV 壓到 70 KB／token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2468880"/>
            <a:ext cx="274320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1392" y="246888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第五堂 旋鈕①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2871216"/>
            <a:ext cx="329184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87121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放得進 HBM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2871216"/>
            <a:ext cx="484632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2871216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 KV、continuous batching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2871216"/>
            <a:ext cx="274320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51392" y="287121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 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273552"/>
            <a:ext cx="329184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27355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為什麼要大 batch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31920" y="3273552"/>
            <a:ext cx="484632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3273552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memory-bound、AI ≈ 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78240" y="3273552"/>
            <a:ext cx="274320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51392" y="327355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第一堂、第三堂地基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3675888"/>
            <a:ext cx="329184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67588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116 次 all-to-all 走哪條線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31920" y="3675888"/>
            <a:ext cx="484632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05072" y="3675888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域 vs RDMA 的頻寬階梯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778240" y="3675888"/>
            <a:ext cx="274320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1392" y="367588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第二堂 Part 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4078224"/>
            <a:ext cx="329184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407822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每步不回 CPU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4078224"/>
            <a:ext cx="484632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05072" y="4078224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Graph、固定 buffer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778240" y="4078224"/>
            <a:ext cx="274320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51392" y="407822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 ④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4480560"/>
            <a:ext cx="329184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48056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專家熱點、掉卡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931920" y="4480560"/>
            <a:ext cx="484632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05072" y="4480560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EPLB、爆炸半徑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778240" y="4480560"/>
            <a:ext cx="2743200" cy="402336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51392" y="44805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第四堂 ⑤⑧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" y="4882896"/>
            <a:ext cx="329184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488289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每字少搬幾個 byte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931920" y="4882896"/>
            <a:ext cx="484632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4882896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稀疏、FP8 / NVFP4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778240" y="4882896"/>
            <a:ext cx="2743200" cy="402336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51392" y="488289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第五堂 旋鈕②⑤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7" name="Text 6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第一堂那張記憶體階層表，在第六堂長成了一座資料中心。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992" y="274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第六堂課 · 機櫃群的一輪 inference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 張卡同步踏一步划算，是因為最常搬的東西走了最快的路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19385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每字 116 次的 MoE 交換被 DeepEP 壓到每層不到 1 ms；一次性的 KV 交接被 MLA 壓到 7 ms，所以它可以跨機櫃。四種資料，四條路——這就是機櫃群版的記憶體階層。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拆散的收益在 HBM，代價在節拍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35584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每卡只放 4 個專家、每卡跑 256 條序列，decode 因此比 TP16 快 5.2×；但整個單元被最慢的那張卡和最脆弱的那張卡綁在一起。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選型先問最小單位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477316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單位是一台，看總 HBM（MI355X 一台 2.3 TB 裝得下 DeepSeek）；單位是機櫃，看域的大小（同一顆 Blackwell，域從 8 到 72，每卡 4.4×）——而 2027 年那一仗會落在軟體。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全系列收束：第一堂硬體 → 第二堂多卡 → 第三堂單機引擎 → 第四堂多機服務 → 第五堂模型架構 → 第六堂把它們裝回一整排機櫃，跟著一個字走完全程。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第六堂課 · 一個字，穿過一整排機櫃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2026-09-14T08:54:47Z</dcterms:created>
  <dcterms:modified xsi:type="dcterms:W3CDTF">2026-09-14T08:54:47Z</dcterms:modified>
</cp:coreProperties>
</file>