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第三堂課 · SGLang 單機篇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沿著 SGLang 遇到的問題走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334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一個推論引擎，是被哪些問題逼出來的？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4564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　② 前綴重算　③ 輸出不可控　④ CPU 成瓶頸　　（⑤–⑧ 多機問題見第四堂）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41148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這堂不照功能表講，照問題講。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因為每個機制都是被一個具體的痛點逼出來的——先有痛點，機制才記得住。而所有痛點的根源只有一個：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是 memory-bound，GPU 大半時間在空轉。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/ 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全景：SGLang 一路上遇到的八個問題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由淺入深，剛好走完「編程模型 → 單機記憶體 → 單機排程 → 多卡 → 多機」。本堂做前四個。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916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16916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程式（多次呼叫、分支、工具）難寫又跑不快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15000" y="169164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6916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 DSL：把程式描述成執行圖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149840" y="16916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編程模型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185416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1854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218541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這些程式天然共享大量前綴，卻被反覆重算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15000" y="218541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18541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RadixAttention：前綴樹 + LRU + cache-aware 排程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49840" y="21854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單機記憶體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79192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6791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267919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結構化輸出逐 token 檢查語法太慢、格式仍不保證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15000" y="267919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6791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Compressed FSM：預編譯 + 位元遮罩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149840" y="26791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單機生成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172968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1729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98448" y="31729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一步只要 5–10 ms，CPU 排程反而成了瓶頸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15000" y="317296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31729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zero-overhead scheduler / CUDA Graph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149840" y="31729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單機排程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666744"/>
            <a:ext cx="10881360" cy="438912"/>
          </a:xfrm>
          <a:prstGeom prst="rect">
            <a:avLst/>
          </a:prstGeom>
          <a:solidFill>
            <a:srgbClr val="0E1726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36667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98448" y="366674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 MoE（DeepSeek）單機放不下、專家負載不均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15000" y="3666744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366674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大規模 EP + DeepEP / EPLB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149840" y="366674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10881360" cy="438912"/>
          </a:xfrm>
          <a:prstGeom prst="rect">
            <a:avLst/>
          </a:prstGeom>
          <a:solidFill>
            <a:srgbClr val="0E1726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1605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⑥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98448" y="41605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與 decode 互相干擾（TTFT vs ITL）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715000" y="416052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35040" y="41605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 分離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149840" y="41605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多卡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654296"/>
            <a:ext cx="10881360" cy="438912"/>
          </a:xfrm>
          <a:prstGeom prst="rect">
            <a:avLst/>
          </a:prstGeom>
          <a:solidFill>
            <a:srgbClr val="0E1726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46542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⑦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298448" y="465429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多副本之間：快取局部性 vs 負載均衡此消彼長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15000" y="465429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465429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cache-aware router + KV 複製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149840" y="46542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多機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5148072"/>
            <a:ext cx="10881360" cy="438912"/>
          </a:xfrm>
          <a:prstGeom prst="rect">
            <a:avLst/>
          </a:prstGeom>
          <a:solidFill>
            <a:srgbClr val="0E1726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51480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⑧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98448" y="51480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副本掛掉，進行中的請求與它的 KV 怎麼辦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715000" y="51480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35040" y="514807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容錯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149840" y="51480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多機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3639312"/>
            <a:ext cx="108813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線以上是本堂（單機），線以下是第四堂（多機）。同一條主幹，分兩次走完。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地基①：所有問題的共同根源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在講任何機制之前，先確認「敵人是誰」。答案在第一堂就給過了。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每產一個 token（batch = 1）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搬（Bytes）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整份權重讀一遍 = 2N bytes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算（FLOPs）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8986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每個參數一次乘加 = 2N FLOPs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465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2N ÷ 2N = 1 FLOP/Byte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4069080"/>
            <a:ext cx="4800600" cy="566928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06908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H100 ridge point ≈ 296 FLOPs/Byte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56832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算力利用率上限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÷ 296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0.34 %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656832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你買的 H100，99.7% 的算力在閒置。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卡越強，batch=1 越浪費（A100 是 0.6%）。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接下來每一個問題，本質上都是「這 99.7% 為什麼填不滿」的不同面向。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地基 · 為什麼這些問題都指向同一件事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地基②：AI ≈ B，所以答案永遠是「把 batch 撐大撐滿」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4447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搬：權重還是只讀「一遍」（2N bytes）　　算：2N × B FLOPs　　→　AI ≈ 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既然 ridge point ≈ 296，B 要拉到「幾百」GPU 才餵得飽。而 B 撐不大的每一個理由，就是後面每一個問題。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10332720" cy="384048"/>
          </a:xfrm>
          <a:prstGeom prst="rect">
            <a:avLst/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Llama-3-8B on H100：batch=1 ≈ 208 tok/s　→　batch=64 ≈ 13,000 tok/s（步時幾乎不變）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四個問題各自擋住 B 的哪一段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4290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3429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程式難平行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83280" y="342900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根本沒有那麼多請求同時進來——runtime 看不見可平行的分支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10881360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593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98448" y="395935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前綴重算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39593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被浪費的 KV 佔住 → 放不下更多條；算力浪費在不必算的東西上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89704"/>
            <a:ext cx="10881360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4897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44897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輸出不可控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83280" y="44897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每步的語法檢查是 CPU 上的序列工作 → 拖慢整批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20056"/>
            <a:ext cx="10881360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020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98448" y="5020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成瓶頸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83280" y="50200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算完在等 CPU 決定下一步 → 有效 batch 再大也填不滿時間軸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把這張圖記住，後面就不會覺得是在背功能表——每個機制都在拆掉擋住 B 的一塊石頭。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地基 · 為什麼這些問題都指向同一件事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問題①：LLM 程式難寫，而且跑不快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Python 迴圈把「依賴關係」寫死在控制流裡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多次呼叫、分支、工具使用、self-consistency 取樣——這些步驟裡有很多其實可以同時跑，但你用 for 迴圈寫出來之後，runtime 只看得到「一個接一個的請求」，看不見哪幾步彼此無關。加上 Python 的 GIL，前端本身也不擅長真正的並行。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749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寫的人痛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4206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分支、重試、工具呼叫的膠水程式又臭又長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4325112" y="3749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07992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跑的人痛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7992" y="4206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runtime 收到的是一串互不相干的請求，無從批處理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8010144" y="3749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193024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更痛的是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93024" y="4206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這些請求其實高度共享前綴（同一個 system prompt、同一段歷史），但沒人告訴 runtime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的名字就是這裡來的：Structured Generation Language——它先是一個語言，才是一個引擎。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 程式難平行 → 前端 DSL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解法①：把程式描述成一張執行圖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 DSL（sgl.gen / sgl.fork / sgl.select）不是語法糖——它讓 runtime 看見「什麼依賴什麼」。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55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Python for 迴圈：序列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874520" y="21488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+ 分支 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2624328"/>
            <a:ext cx="0" cy="164592"/>
          </a:xfrm>
          <a:prstGeom prst="line">
            <a:avLst/>
          </a:prstGeom>
          <a:noFill/>
          <a:ln w="3175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74520" y="280720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807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+ 分支 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54680" y="3282696"/>
            <a:ext cx="0" cy="164592"/>
          </a:xfrm>
          <a:prstGeom prst="line">
            <a:avLst/>
          </a:prstGeom>
          <a:noFill/>
          <a:ln w="3175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74520" y="34655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+ 分支 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54680" y="3941064"/>
            <a:ext cx="0" cy="164592"/>
          </a:xfrm>
          <a:prstGeom prst="line">
            <a:avLst/>
          </a:prstGeom>
          <a:noFill/>
          <a:ln w="3175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74520" y="412394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123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彙整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runtime 看到的是 4 個先後到達的請求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3108960"/>
            <a:ext cx="640080" cy="0"/>
          </a:xfrm>
          <a:prstGeom prst="line">
            <a:avLst/>
          </a:prstGeom>
          <a:noFill/>
          <a:ln w="3175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20840" y="1645920"/>
            <a:ext cx="480060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17556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sgl.fork()：一張圖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92440" y="21488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共享 prompt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95360" y="2624328"/>
            <a:ext cx="0" cy="256032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40880" y="29718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971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22208" y="29718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22208" y="2971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03536" y="29718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03536" y="2971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4944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▼ 三條可同時跑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384048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彙整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4944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runtime 看到：一個共享前綴 + 三條可平行分支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關鍵副作用：fork 產生的分支天然共享同一段前綴——這正好把問題② 端到 RadixAttention 面前。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 程式難平行 → 前端 DSL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但是——好寫的並行程式，會製造出大量重複計算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DSL 解決了「看得見平行」，卻立刻暴露下一個問題：那些分支的前綴，難道要各算一遍？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fork 出 8 條分支的程式，system prompt 2,000 token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240280"/>
            <a:ext cx="644652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240280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重算 system prompt（2,000 token prefill）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823960" y="2240280"/>
            <a:ext cx="2148840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2240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真正新增的內容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0120" y="25877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2587752"/>
            <a:ext cx="644652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587752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又算一遍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823960" y="2587752"/>
            <a:ext cx="2148840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25877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新增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0120" y="293522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3–8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935224"/>
            <a:ext cx="644652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935224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又算一遍 ×8…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823960" y="2935224"/>
            <a:ext cx="2148840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293522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新增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而且真實流量本來就長這樣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462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同幾份文件反覆進 prompt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383280" y="4069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4462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每輪都帶著整段歷史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26480" y="4069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Few-shot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4462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同一批範例貼在每個請求前面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869680" y="4069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06840" y="4462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工具描述 + 前面所有步驟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所以問題②不是「順便做個快取」，它是 DSL 這條路能不能走通的前提。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 程式難平行 → 前端 DSL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問題②：共享前綴被反覆重算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要複用前綴，得先解決「KV cache 怎麼放」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複用的東西是 KV cache。但傳統做法是照 max_seq_len 連續預留一整塊——不知道會生成多長，只好照最壞情況要。結果多數請求只用到預留量的 20–30%，其餘是死重，HBM 放不下更多條（B 上不去），更別說跨請求共享。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一個 token 多少？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6868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2(K,V) × n_kv_heads × head_dim × n_layers × dtype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44074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Llama-3-8B（GQA 8 heads、128 dim、32 層、fp16）＝ 128 KB/token → 一條 8K 序列就是 1 GB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794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預留 vs 實際使用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63640" y="4160520"/>
            <a:ext cx="5257800" cy="502920"/>
          </a:xfrm>
          <a:prstGeom prst="rect">
            <a:avLst/>
          </a:prstGeom>
          <a:solidFill>
            <a:srgbClr val="1C2E4A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160520"/>
            <a:ext cx="131445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4160520"/>
            <a:ext cx="13144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用到 25%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78090" y="4160520"/>
            <a:ext cx="39433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浪費的 60–80%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63640" y="47091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放得下的條數直接被砍到 1/4 → B 上不去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記憶體碎片化不是「記憶體問題」，是 batch size 問題；batch size 就是 GPU 利用率。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 → RadixAttention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第一層解法：分頁——KV cache 怎麼「放」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1960 年代的虛擬記憶體分頁機制搬到 KV cache 上（vLLM 的 PagedAttention 讓它出名，SGLang 底下同樣是分頁式記憶體池）。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邏輯序列（使用者看到的）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 0–15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 16–31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455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 32–47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9000" y="1874520"/>
            <a:ext cx="2286000" cy="2194560"/>
          </a:xfrm>
          <a:prstGeom prst="roundRect">
            <a:avLst>
              <a:gd name="adj" fmla="val 416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block 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 → #47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→ #12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246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→ #89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2240280"/>
            <a:ext cx="82296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06440" y="2240280"/>
            <a:ext cx="6858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58368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實體 HBM block pool（16 token / block，可不連續）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2011680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2011680"/>
            <a:ext cx="841248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2011680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64040" y="2011680"/>
            <a:ext cx="84124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4160" y="2011680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2523744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2523744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523744"/>
            <a:ext cx="84124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64040" y="2523744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0" y="2523744"/>
            <a:ext cx="841248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3035808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3035808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3035808"/>
            <a:ext cx="84124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64040" y="3035808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0" y="3035808"/>
            <a:ext cx="841248" cy="4023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6404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2416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請求 A　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請求 B　</a:t>
            </a:r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請求 C　</a:t>
            </a:r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free_block_queue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46634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浪費 60–80% → &lt; 4%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383280" y="46634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用完才要、不用連續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26480" y="46634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請求結束立刻歸還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869680" y="46634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可跨請求共享 ←關鍵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最後那格才是重點：block 能被多個請求指向——這就打開了「複用」的門。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 → RadixAttention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第二層解法：RadixAttention——block 怎麼被「找到」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光能共享還不夠，得有人負責「這個新請求的前綴，之前算過嗎？算到哪？」——這是索引問題。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603504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556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組成一棵 radix tree（鍵＝token 序列）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21945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 system prompt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670048"/>
            <a:ext cx="0" cy="384048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2670048"/>
            <a:ext cx="0" cy="384048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188720" y="3072384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072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 A · 第 1 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72384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072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 B · 第 1 輪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0" y="3529584"/>
            <a:ext cx="0" cy="36576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88720" y="393192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 A · 第 2 輪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444398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命中的節點直接複用 KV block，只 prefill 新增那一段；LRU 淘汰 + cache-aware 排程把命中率最大化。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995160" y="1645920"/>
            <a:ext cx="452628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755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最常見的誤解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2121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前綴匹配是嚴格按 token 順序從頭比對。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23760" y="2450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「怎麼退貨」與「運費怎麼算」都含「怎麼」——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2743200"/>
            <a:ext cx="4069080" cy="411480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7432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但它們不會被合併成同一個節點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23760" y="3246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只有共同「開頭」才算數。局部相同沒有用——因為 KV 是按位置逐 token 累積出來的，第 3 個 token 的 K/V 依賴前面 2 個。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快取滿了：LRU 淘汰最久未複用的節點；也可分層下放 CPU／磁碟。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論文宣稱：可共用前綴的工作負載，最高 6.4× 吞吐。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 → RadixAttention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澄清：「RadixAttention vs PagedAttention」是假對立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網路文章常把兩者寫成競品。它們其實在不同層——而且 SGLang 兩層都有。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01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索引 / 複用層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1801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已經放好的 KV block 怎麼被找到並複用？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258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SGLang：radix tree（前綴樹）　｜　vLLM：16-token 區塊的滾動雜湊表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127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記憶體配置層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31272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在 HBM 裡怎麼放？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584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兩邊都是分頁式：固定大小 block、不連續、用完才要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▲ 蓋在上面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3434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所以真正的差異是「索引結構與排程策略」（radix tree + cache-aware 排序 vs 雜湊表），不是「要不要分頁」。兩邊功能持續趨同——別把某一次 benchmark 當永久結論。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 → RadixAttention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撐大 B 的另一隻腳：continuous batching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分頁 + radix 解決了「放得下多少條」，但還有一個浪費：靜態批次要整批等最慢的那條生完。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靜態批次（request-level）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77840" y="17373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整批等最慢的那個 → GPU 大半時間在空轉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1396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2139696"/>
            <a:ext cx="1316736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13969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11296" y="2139696"/>
            <a:ext cx="7461504" cy="310896"/>
          </a:xfrm>
          <a:prstGeom prst="rect">
            <a:avLst/>
          </a:prstGeom>
          <a:solidFill>
            <a:srgbClr val="1C2E4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2139696"/>
            <a:ext cx="7461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空轉（等 R4 生完）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24505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450592"/>
            <a:ext cx="2633472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4505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28032" y="2450592"/>
            <a:ext cx="6144768" cy="310896"/>
          </a:xfrm>
          <a:prstGeom prst="rect">
            <a:avLst/>
          </a:prstGeom>
          <a:solidFill>
            <a:srgbClr val="1C2E4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45059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空轉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27614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0" y="2761488"/>
            <a:ext cx="3950208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761488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44768" y="2761488"/>
            <a:ext cx="4828032" cy="310896"/>
          </a:xfrm>
          <a:prstGeom prst="rect">
            <a:avLst/>
          </a:prstGeom>
          <a:solidFill>
            <a:srgbClr val="1C2E4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276148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空轉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" y="30723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3072384"/>
            <a:ext cx="877824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307238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R4（2000 token，最慢）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3493008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3584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Continuous batching（iteration-level）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92240" y="35844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做完就退場還 block，佇列有人立刻補進來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39684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slot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68496"/>
            <a:ext cx="1316736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96849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11296" y="3968496"/>
            <a:ext cx="3072384" cy="310896"/>
          </a:xfrm>
          <a:prstGeom prst="rect">
            <a:avLst/>
          </a:prstGeom>
          <a:solidFill>
            <a:srgbClr val="34D399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1296" y="396849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R5 補位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968496"/>
            <a:ext cx="4389120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9684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R8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77240" y="4279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slot 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94560" y="4279392"/>
            <a:ext cx="2633472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0" y="42793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28032" y="4279392"/>
            <a:ext cx="3511296" cy="310896"/>
          </a:xfrm>
          <a:prstGeom prst="rect">
            <a:avLst/>
          </a:prstGeom>
          <a:solidFill>
            <a:srgbClr val="34D399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4279392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339328" y="4279392"/>
            <a:ext cx="2633472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42793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R9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77240" y="45902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slot 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94560" y="4590288"/>
            <a:ext cx="3950208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4590288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44768" y="4590288"/>
            <a:ext cx="4828032" cy="310896"/>
          </a:xfrm>
          <a:prstGeom prst="rect">
            <a:avLst/>
          </a:prstGeom>
          <a:solidFill>
            <a:srgbClr val="34D399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459028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R7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77240" y="49011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slot 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94560" y="4901184"/>
            <a:ext cx="877824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490118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分頁撐大「B 的上限」、continuous batching 撐滿「B 的實際值」、radix 省掉「根本不必算的部分」。三隻腳。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 → RadixAttention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誠實話：RadixAttention 不是萬靈丹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它的收益完全取決於一件事——你的請求之間，前綴到底重不重合。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01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高收益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212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RAG（同幾份文件反覆進 prompt）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896112" y="2615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多輪對話（每輪帶整段歷史）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896112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Few-shot（同一批範例）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896112" y="34198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Agent（工具描述 + 前面所有步驟）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96112" y="3822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sgl.fork() 的分支（天然同前綴）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1801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低收益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客服：各種不相干的問題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656832" y="26700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批次翻譯：每篇文章都不同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6656832" y="3127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一次性摘要任務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6656832" y="3584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此時 SGLang 與 vLLM 吞吐差距在 5% 內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46177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選框架看流量長相，不是看誰的 benchmark 數字大：前綴共用 &gt;60%（agent／多輪／RAG）→ SGLang 的 TTFT 通常低 20–40%；每個 prompt 都獨立 → 兩者差 &lt;5%，那就選生態成熟度。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 → RadixAttention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互動環節：把「有效 batch」變成看得到的東西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開啟 interactive/serving_map.html —— 本堂只用模式 1–4（模式 5 PD 分離留給第四堂）。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 Naive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靜態批次 + 連續預留 KV：時間軸有多空、HBM 有多浪費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7824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有效 batch ≈ 20 → 利用率 6.8%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532888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328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 Continuous batching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328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做完就換人上 → 時間軸被填滿，但 KV 還是預留制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78240" y="2532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有效 batch ≈ 60 → 20%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82696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826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Paged KV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2826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化 + 用完才要 → 同 HBM 放得下 ~4 倍的請求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32826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有效 batch ≈ 240 → 81%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32504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0325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Radix 前綴共用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40325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 prompt 的請求合併成一棵樹 → prefill 直接省掉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0" y="4032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同上，且 TTFT ↓20–40%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操作：數字鍵 1–4 切換 · 右側面板同步顯示有效 batch、KV 浪費比例、算術強度與 roofline 上的位置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 6.8% 走到 81%——這三步就是問題②的全部價值。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 → RadixAttention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問題③：輸出格式不可控（而且檢查很慢）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只靠 prompt 說「請輸出 JSON」，模型不保證遵守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常見翻車：前後多加解釋文字、欄位型別錯、語法小錯（多逗號／單引號）、幻覺出 schema 沒有的欄位。而 agent／function calling 一旦解析失敗，整條鏈就斷了。天真的補救是每步生成後用正則檢查再重試——CPU 成本高得離譜，還是不保證對。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7490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多餘文字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4142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"當然！以下是您要的 JSON："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7490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型別錯誤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20440" y="4142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{"age": "twenty"}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7490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語法錯誤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263640" y="4142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多逗號、單引號、缺括號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69680" y="37490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幻覺欄位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006840" y="4142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schema 裡根本沒有的 key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澄清：這不需要另一個小模型來審核——它純粹是符號計算／規則引擎的問題。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 輸出不可控 → Compressed FSM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解法③：把合法性變成物理限制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生成每個 token 前，先算出「此刻合法的 token 集合」，把不合法的機率壓成 −∞ → 物理上不可能生成非法內容。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預編譯成 FSM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1691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JSON schema / 正則編成有限狀態機。SGLang 用 compressed FSM，vLLM 預設 XGrammar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6243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非同步編譯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62432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編譯要時間 → 請求先進 WAITING_FOR_FSM，編好才轉 WAITING，不阻塞其他請求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55701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位元遮罩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557016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每步查表得出合法集合，把其餘 token 的 logit 設成 −∞，再於合法子集重新歸一化採樣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48970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確定路徑跳躍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4489704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若 FSM 上某段路徑唯一確定（如 {"name": " 必然出現），一次吐掉多個 token，不必逐 token 推理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是反直覺的一點：加了語法約束之後，生成甚至可能比自由生成更快——有些 token 根本不用推理。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 輸出不可控 → Compressed FSM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與 ③ 的關係：正交，但有一條紅線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RadixAttention 複用的是「算力」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避免重複的矩陣運算。作用在「這段 token 的中間結果」上。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269748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與請求無關 → 可共享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56832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約束生成裁剪的是「候選空間」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56832" y="1847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決定哪些 token 允許被選。作用在「這個請求走到語法的哪裡」上。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56832" y="269748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屬於請求本身 → 不可共享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6118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紅線：即使兩個請求共享同一段前綴快取，它們各自的 FSM 狀態仍必須獨立推進，不能互相干擾。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709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這條紅線給了一個通用判準：可以快取的是「計算結果」，不可以快取的是「請求狀態」。之後看任何快取設計，先問這個問題。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 輸出不可控 → Compressed FSM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問題④：GPU 快到讓 CPU 變成瓶頸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一步只花 5–10 ms，Python 那邊來得及嗎？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前面三個問題解完，batch 撐起來了、重複計算省掉了。這時每個 forward step 只剩幾毫秒，而 tokenize、排程決策、取樣、序列化、數百次 kernel launch 全在 CPU 上——GPU 開始出現「算完在等 CPU 決定下一步」的空窗。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1088136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703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CUDA Graph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6908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把整串 kernel launch 錄成 DAG，之後直接 replay → 省掉每步數百次 launch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270248"/>
            <a:ext cx="1088136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2702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Zero-overhead scheduler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69080" y="42702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SGLang：把 CPU 排程完全藏進上一步的 GPU 執行時間裡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4837176"/>
            <a:ext cx="1088136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8371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多進程 + async 排程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069080" y="483717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 V1：EngineCore 獨立進程只跑排程＋執行，tokenize／串流輸出與它重疊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 V1 相對 V0 吞吐提升 ~1.7×，完全來自 CPU 開銷削減——一個 GPU kernel 都沒改。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 CPU 成瓶頸 → 排程與圖執行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問題④的雙胞胎：TTFT 與 ITL 互相打架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8288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23774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28016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0175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2801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被誰決定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280160"/>
            <a:ext cx="36576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128016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想要它小，你會想…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664208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TTFT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68880" y="1664208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66420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Time To First Token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664208"/>
            <a:ext cx="30175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66420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prefill（compute-bound）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1664208"/>
            <a:ext cx="3657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166420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prefill 立刻插隊、獨佔 GPU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048256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04825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ITL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68880" y="2048256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204825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Inter-Token Latency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2048256"/>
            <a:ext cx="30175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04825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decode（memory-bound）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63840" y="2048256"/>
            <a:ext cx="36576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36992" y="204825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別讓 prefill 打斷 decode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2743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6112" y="2834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衝突點：head-of-line blocking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32004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68880" y="3200400"/>
            <a:ext cx="4677156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3200400"/>
            <a:ext cx="4677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一個 32K prompt 的 prefill（0.5–2 秒）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46036" y="3200400"/>
            <a:ext cx="3826764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6036" y="3200400"/>
            <a:ext cx="3826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decode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35844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↑ 這段時間裡所有串流輸出的使用者都卡住——畫面上就是「打字打到一半停住」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1605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96112" y="4251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解法：chunked prefill —— 每步固定 token 預算，剩下的預算拿去混 decode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51560" y="46177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68880" y="4617720"/>
            <a:ext cx="3826764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4617720"/>
            <a:ext cx="3826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prefill chunk 1/8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95644" y="4617720"/>
            <a:ext cx="4677156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5644" y="4617720"/>
            <a:ext cx="4677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同批 decode（12 條在跑）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51560" y="48646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68880" y="4864608"/>
            <a:ext cx="3826764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4864608"/>
            <a:ext cx="3826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prefill chunk 2/8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95644" y="4864608"/>
            <a:ext cx="4677156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5644" y="4864608"/>
            <a:ext cx="4677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同批 decode（12 條在跑）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51560" y="51114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468880" y="5111496"/>
            <a:ext cx="3826764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68880" y="5111496"/>
            <a:ext cx="3826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prefill chunk 3/8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95644" y="5111496"/>
            <a:ext cx="4677156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5644" y="5111496"/>
            <a:ext cx="4677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同批 decode（12 條在跑）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附帶好處：compute-bound 的 prefill 與 memory-bound 的 decode 混同一批，兩種瓶頸互補，利用率反而更高。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 CPU 成瓶頸 → 排程與圖執行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單機的天花板①：投機解碼 / MTP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前面四個問題解完，B 撐大了。但「單一請求的延遲」仍被『讀一遍權重』鎖死——要打破它只有這條路。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83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Draft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便宜地提出 k 個候選：小模型 / n-gram / Medusa 頭 / EAGLE / 模型自帶的 MTP head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16052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169164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783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Verify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217627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大模型把「context + k 個草稿 token」在一次 forward 裡跑完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845552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10144" y="169164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93024" y="1783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Accept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217627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由左而右比對機率：large ≥ draft 就收；否則按 large/draft 機率收。第一個被拒就停，並免費得到第 k+1 個 token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34747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為什麼會賺（用第 4 頁的同一把尺）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96112" y="39502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驗證 k 個草稿 token 的 forward：權重讀取 = 1 次（不變），FLOPs = k 倍　→　AI 從 1 變成 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4343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＝用閒置算力換頻寬。這是唯一能在「不增加 batch」的前提下改善單請求延遲的招式 → 低流量、互動式、本機部署特別有效。</a:t>
            </a:r>
            <a:endParaRPr lang="en-US" sz="11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輸出分佈嚴格不變（rejection sampling 保證），不是近似加速。代價：接受率低時純虧。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DeepSeek-V3 的 MTP head 報告第二 token 接受率 ~85–90% → 訓練時的輔助目標，推論時直接當草稿模型。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單機的天花板②：量化——直接砍分母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= FLOPs ÷ Bytes。前面全在動分子，量化直接動分母——decode 被權重讀取綁死，權重減半 ≈ 延遲減半。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9164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16916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fp16 → FP8（÷2）→ FP4 / MXFP4（÷4）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0" y="169164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步時直接等比下降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65176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6517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fp16 → FP8 → 更低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變小 ⇒ 同 HBM 放得下更多序列 ⇒ B 又能更大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6118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Activation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97480" y="36118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FP8 / MXFP8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361188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 GEMM 能不能走 FP8/FP4 tensor core 路徑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46177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硬體對齊：Hopper 有 FP8 tensor core、Blackwell 有 FP4。精度格式是硬體規格表上的一行，直接決定模型能跑多快——第五堂會看到模型端已經開始「出廠就是 4-bit」。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單機篇彙整：問題 → 解法 → 宣稱效果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7432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2588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32918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32588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325880"/>
            <a:ext cx="2926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132588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擋住 B 的哪一段被拆掉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0" y="1325880"/>
            <a:ext cx="19202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74352" y="13258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宣稱效果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1709928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70992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1709928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70992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 DSL（執行圖）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1709928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70992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根本沒有並行請求進來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0" y="1709928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70992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2093976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09397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KV 預留浪費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093976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209397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分頁式 KV（block table）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2093976"/>
            <a:ext cx="29260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2093976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放不下更多條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0" y="2093976"/>
            <a:ext cx="1920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74352" y="209397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浪費 &lt;4%、吞吐 2–4×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2478024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4780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83280" y="2478024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247802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RadixAttention（前綴樹 + LRU）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75120" y="2478024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247802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算了不必算的東西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01200" y="2478024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74352" y="24780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共用場景最高 6.4×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2862072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28620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靜態批次空等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83280" y="2862072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Continuous batching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75120" y="2862072"/>
            <a:ext cx="29260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8272" y="2862072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有效 B 遠小於名目 B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601200" y="2862072"/>
            <a:ext cx="1920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74352" y="286207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幾乎不留空隙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3246120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2461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83280" y="3246120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56432" y="32461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Compressed FSM + 位元遮罩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675120" y="3246120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324612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上的序列檢查拖慢整批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601200" y="3246120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74352" y="32461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格式 100% 保證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" y="3630168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363016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383280" y="3630168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56432" y="36301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zero-overhead scheduler / CUDA Graph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675120" y="3630168"/>
            <a:ext cx="29260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48272" y="363016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等 CPU 的空窗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601200" y="3630168"/>
            <a:ext cx="1920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74352" y="36301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 V1 較 V0 ~1.7×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40080" y="4014216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401421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④' TTFT vs ITL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383280" y="4014216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56432" y="40142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Chunked prefill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675120" y="4014216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48272" y="4014216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 prompt 卡住 decode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601200" y="4014216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74352" y="401421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兩指標同時可控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40080" y="4398264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3232" y="439826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天花板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383280" y="4398264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56432" y="439826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投機解碼·MTP、量化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675120" y="4398264"/>
            <a:ext cx="29260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48272" y="439826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單請求延遲 / 搬的位元組數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601200" y="4398264"/>
            <a:ext cx="1920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674352" y="439826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從 1 → k；權重 ÷2~÷4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9" name="Text 77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全部都在做同一件事：把 roofline 上的那個點，從左邊的記憶體牆推向右邊。</a:t>
            </a:r>
            <a:endParaRPr lang="en-US" sz="1450" dirty="0"/>
          </a:p>
        </p:txBody>
      </p:sp>
      <p:sp>
        <p:nvSpPr>
          <p:cNvPr id="80" name="Text 7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但這一切，都只發生在「一台機器」裡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 ①–④ 解完，單一副本已經被榨到接近極限。接下來的問題全都來自「不只一台」。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379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69164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 MoE 單機放不下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1691640"/>
            <a:ext cx="704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 671B 一顆 HBM 裝不下 → 專家散到幾十上百張卡（EP），但 all-to-all 通訊與專家負載不均隨之而來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79806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65176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與 decode 互擾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651760"/>
            <a:ext cx="704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chunked prefill 只是緩解。乾脆拆成兩群機器，各自調到最佳操作點——代價是 KV 要跨機器搬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7581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58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61188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多副本怎麼分流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3611880"/>
            <a:ext cx="704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每台各有自己的 radix tree。集中請求→命中率高但單點過熱；打散→負載均勻但命中率崩潰。此消彼長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7183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B718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18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457200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掛了怎麼辦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4572000"/>
            <a:ext cx="704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副本當機時，進行中的請求與它佔用的 KV cache 該怎麼處理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solidFill>
            <a:srgbClr val="2A215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 · SGLang 多機篇：從一台到一群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SGLang 單機篇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帶走三句話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每個機制都是被一個具體痛點逼出來的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DSL 因為程式難平行、RadixAttention 因為 DSL 製造了大量共享前綴、FSM 因為 agent 需要能解析的輸出、zero-overhead scheduler 因為前三個解完 GPU 快到 CPU 跟不上。順著問題走，就不用背功能表。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所有解法都在拆掉擋住 batch 的石頭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49300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batch=1 的 decode 只用 0.3% 算力，AI ≈ B。分頁撐大 B 的上限、continuous batching 撐滿實際值、radix 省掉不必算的、CPU 優化不讓時間軸留空。一個 kernel 都沒改。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先看流量長相，再選框架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8188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RadixAttention 的收益完全取決於前綴重合度。前綴共用 &gt;60%（agent／多輪／RAG）SGLang 的 TTFT 低 20–40%；請求彼此無關時兩者差 &lt;5%。別把某一次 benchmark 當永久結論。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下一步：拿一個小模型在自己的卡上量「batch sweep 的吞吐曲線」與「開/關 prefix caching 的 TTFT」——把問題②驗一次。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第三堂課 · SGLang 單機篇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2026-08-17T07:27:22Z</dcterms:created>
  <dcterms:modified xsi:type="dcterms:W3CDTF">2026-08-17T07:27:22Z</dcterms:modified>
</cp:coreProperties>
</file>